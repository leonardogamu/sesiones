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1"/>
  </p:notesMasterIdLst>
  <p:handoutMasterIdLst>
    <p:handoutMasterId r:id="rId32"/>
  </p:handoutMasterIdLst>
  <p:sldIdLst>
    <p:sldId id="256" r:id="rId2"/>
    <p:sldId id="280" r:id="rId3"/>
    <p:sldId id="284" r:id="rId4"/>
    <p:sldId id="257" r:id="rId5"/>
    <p:sldId id="296" r:id="rId6"/>
    <p:sldId id="277" r:id="rId7"/>
    <p:sldId id="276" r:id="rId8"/>
    <p:sldId id="275" r:id="rId9"/>
    <p:sldId id="278" r:id="rId10"/>
    <p:sldId id="258" r:id="rId11"/>
    <p:sldId id="279" r:id="rId12"/>
    <p:sldId id="281" r:id="rId13"/>
    <p:sldId id="282" r:id="rId14"/>
    <p:sldId id="286" r:id="rId15"/>
    <p:sldId id="283" r:id="rId16"/>
    <p:sldId id="287" r:id="rId17"/>
    <p:sldId id="293" r:id="rId18"/>
    <p:sldId id="260" r:id="rId19"/>
    <p:sldId id="290" r:id="rId20"/>
    <p:sldId id="263" r:id="rId21"/>
    <p:sldId id="289" r:id="rId22"/>
    <p:sldId id="264" r:id="rId23"/>
    <p:sldId id="294" r:id="rId24"/>
    <p:sldId id="291" r:id="rId25"/>
    <p:sldId id="272" r:id="rId26"/>
    <p:sldId id="274" r:id="rId27"/>
    <p:sldId id="273" r:id="rId28"/>
    <p:sldId id="271" r:id="rId29"/>
    <p:sldId id="270" r:id="rId30"/>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3266" autoAdjust="0"/>
  </p:normalViewPr>
  <p:slideViewPr>
    <p:cSldViewPr>
      <p:cViewPr varScale="1">
        <p:scale>
          <a:sx n="107" d="100"/>
          <a:sy n="107" d="100"/>
        </p:scale>
        <p:origin x="1356" y="114"/>
      </p:cViewPr>
      <p:guideLst>
        <p:guide orient="horz" pos="2160"/>
        <p:guide pos="2880"/>
      </p:guideLst>
    </p:cSldViewPr>
  </p:slideViewPr>
  <p:outlineViewPr>
    <p:cViewPr>
      <p:scale>
        <a:sx n="33" d="100"/>
        <a:sy n="33" d="100"/>
      </p:scale>
      <p:origin x="0" y="6876"/>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_rels/data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image" Target="../media/image5.jpg"/></Relationships>
</file>

<file path=ppt/diagrams/_rels/drawing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image" Target="../media/image5.jpg"/></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C9AF08-32BB-4E43-8D4A-549F2FBD81E1}" type="doc">
      <dgm:prSet loTypeId="urn:microsoft.com/office/officeart/2005/8/layout/cycle2" loCatId="cycle" qsTypeId="urn:microsoft.com/office/officeart/2005/8/quickstyle/simple1" qsCatId="simple" csTypeId="urn:microsoft.com/office/officeart/2005/8/colors/colorful1#1" csCatId="colorful" phldr="1"/>
      <dgm:spPr/>
      <dgm:t>
        <a:bodyPr/>
        <a:lstStyle/>
        <a:p>
          <a:endParaRPr lang="es-MX"/>
        </a:p>
      </dgm:t>
    </dgm:pt>
    <dgm:pt modelId="{B14AE452-637F-4C8B-97BD-A19D8D953885}">
      <dgm:prSet phldrT="[Texto]" custT="1"/>
      <dgm:spPr/>
      <dgm:t>
        <a:bodyPr/>
        <a:lstStyle/>
        <a:p>
          <a:r>
            <a:rPr lang="es-MX" sz="1600" b="1" dirty="0">
              <a:solidFill>
                <a:schemeClr val="tx1"/>
              </a:solidFill>
            </a:rPr>
            <a:t>El proceso productivo</a:t>
          </a:r>
        </a:p>
      </dgm:t>
    </dgm:pt>
    <dgm:pt modelId="{45337C06-D195-4EFA-BC7B-CDA708CE3988}" type="parTrans" cxnId="{A2595904-0C34-4994-99BD-3B784CBCAC0F}">
      <dgm:prSet/>
      <dgm:spPr/>
      <dgm:t>
        <a:bodyPr/>
        <a:lstStyle/>
        <a:p>
          <a:endParaRPr lang="es-MX" sz="2800" b="1">
            <a:solidFill>
              <a:schemeClr val="tx1"/>
            </a:solidFill>
          </a:endParaRPr>
        </a:p>
      </dgm:t>
    </dgm:pt>
    <dgm:pt modelId="{DA0C00F1-1017-4374-9833-495BC9E3241C}" type="sibTrans" cxnId="{A2595904-0C34-4994-99BD-3B784CBCAC0F}">
      <dgm:prSet custT="1"/>
      <dgm:spPr/>
      <dgm:t>
        <a:bodyPr/>
        <a:lstStyle/>
        <a:p>
          <a:endParaRPr lang="es-MX" sz="1000" b="1">
            <a:solidFill>
              <a:schemeClr val="tx1"/>
            </a:solidFill>
          </a:endParaRPr>
        </a:p>
      </dgm:t>
    </dgm:pt>
    <dgm:pt modelId="{BC666D93-8C20-4B10-9E44-A6F26A47C6E9}">
      <dgm:prSet phldrT="[Texto]" custT="1"/>
      <dgm:spPr/>
      <dgm:t>
        <a:bodyPr/>
        <a:lstStyle/>
        <a:p>
          <a:r>
            <a:rPr lang="es-MX" sz="1600" b="1" dirty="0">
              <a:solidFill>
                <a:schemeClr val="tx1"/>
              </a:solidFill>
            </a:rPr>
            <a:t>Los costes de los procesos, de los materiales y de los sistemas de distribución y almacenamiento</a:t>
          </a:r>
        </a:p>
      </dgm:t>
    </dgm:pt>
    <dgm:pt modelId="{0592AD2F-5993-42FE-81DF-33E529D70488}" type="parTrans" cxnId="{16228CA8-5B7A-450E-AE8C-E83C4877AB6E}">
      <dgm:prSet/>
      <dgm:spPr/>
      <dgm:t>
        <a:bodyPr/>
        <a:lstStyle/>
        <a:p>
          <a:endParaRPr lang="es-MX" sz="2800" b="1">
            <a:solidFill>
              <a:schemeClr val="tx1"/>
            </a:solidFill>
          </a:endParaRPr>
        </a:p>
      </dgm:t>
    </dgm:pt>
    <dgm:pt modelId="{2B033F08-15BE-415C-8039-9B96E1E89B08}" type="sibTrans" cxnId="{16228CA8-5B7A-450E-AE8C-E83C4877AB6E}">
      <dgm:prSet custT="1"/>
      <dgm:spPr/>
      <dgm:t>
        <a:bodyPr/>
        <a:lstStyle/>
        <a:p>
          <a:endParaRPr lang="es-MX" sz="1000" b="1">
            <a:solidFill>
              <a:schemeClr val="tx1"/>
            </a:solidFill>
          </a:endParaRPr>
        </a:p>
      </dgm:t>
    </dgm:pt>
    <dgm:pt modelId="{64C85472-75C7-45D2-A1AC-1DA06D847D07}">
      <dgm:prSet phldrT="[Texto]" custT="1"/>
      <dgm:spPr/>
      <dgm:t>
        <a:bodyPr/>
        <a:lstStyle/>
        <a:p>
          <a:r>
            <a:rPr lang="es-MX" sz="1600" b="1" dirty="0">
              <a:solidFill>
                <a:schemeClr val="tx1"/>
              </a:solidFill>
            </a:rPr>
            <a:t>La calidad del producto</a:t>
          </a:r>
        </a:p>
      </dgm:t>
    </dgm:pt>
    <dgm:pt modelId="{89D29882-1454-4B94-A0BD-1B7CCFFE626B}" type="parTrans" cxnId="{BEE2783B-4CAB-4B2A-901E-B7806BE1637F}">
      <dgm:prSet/>
      <dgm:spPr/>
      <dgm:t>
        <a:bodyPr/>
        <a:lstStyle/>
        <a:p>
          <a:endParaRPr lang="es-MX" sz="2800" b="1">
            <a:solidFill>
              <a:schemeClr val="tx1"/>
            </a:solidFill>
          </a:endParaRPr>
        </a:p>
      </dgm:t>
    </dgm:pt>
    <dgm:pt modelId="{A732BD29-EFCE-42E0-8F2C-6A456196E34C}" type="sibTrans" cxnId="{BEE2783B-4CAB-4B2A-901E-B7806BE1637F}">
      <dgm:prSet custT="1"/>
      <dgm:spPr/>
      <dgm:t>
        <a:bodyPr/>
        <a:lstStyle/>
        <a:p>
          <a:endParaRPr lang="es-MX" sz="1000" b="1">
            <a:solidFill>
              <a:schemeClr val="tx1"/>
            </a:solidFill>
          </a:endParaRPr>
        </a:p>
      </dgm:t>
    </dgm:pt>
    <dgm:pt modelId="{D645209D-2745-4AF7-8639-FE9BB2F36D5A}">
      <dgm:prSet phldrT="[Texto]" custT="1"/>
      <dgm:spPr/>
      <dgm:t>
        <a:bodyPr/>
        <a:lstStyle/>
        <a:p>
          <a:r>
            <a:rPr lang="es-MX" sz="1600" b="1" dirty="0">
              <a:solidFill>
                <a:schemeClr val="tx1"/>
              </a:solidFill>
            </a:rPr>
            <a:t>La cuota de mercado</a:t>
          </a:r>
        </a:p>
      </dgm:t>
    </dgm:pt>
    <dgm:pt modelId="{51D2A94F-16DD-4EA8-822D-7CF65246DFE2}" type="parTrans" cxnId="{528EAD6A-6F40-4938-8C82-895A8EF3FBC7}">
      <dgm:prSet/>
      <dgm:spPr/>
      <dgm:t>
        <a:bodyPr/>
        <a:lstStyle/>
        <a:p>
          <a:endParaRPr lang="es-MX" sz="2800" b="1">
            <a:solidFill>
              <a:schemeClr val="tx1"/>
            </a:solidFill>
          </a:endParaRPr>
        </a:p>
      </dgm:t>
    </dgm:pt>
    <dgm:pt modelId="{6E6A7794-26A0-403F-B60F-4E1F2EE3FA5B}" type="sibTrans" cxnId="{528EAD6A-6F40-4938-8C82-895A8EF3FBC7}">
      <dgm:prSet custT="1"/>
      <dgm:spPr/>
      <dgm:t>
        <a:bodyPr/>
        <a:lstStyle/>
        <a:p>
          <a:endParaRPr lang="es-MX" sz="1000" b="1">
            <a:solidFill>
              <a:schemeClr val="tx1"/>
            </a:solidFill>
          </a:endParaRPr>
        </a:p>
      </dgm:t>
    </dgm:pt>
    <dgm:pt modelId="{306B4BE9-B86B-47C8-B748-6D4639949746}" type="pres">
      <dgm:prSet presAssocID="{13C9AF08-32BB-4E43-8D4A-549F2FBD81E1}" presName="cycle" presStyleCnt="0">
        <dgm:presLayoutVars>
          <dgm:dir/>
          <dgm:resizeHandles val="exact"/>
        </dgm:presLayoutVars>
      </dgm:prSet>
      <dgm:spPr/>
      <dgm:t>
        <a:bodyPr/>
        <a:lstStyle/>
        <a:p>
          <a:endParaRPr lang="es-MX"/>
        </a:p>
      </dgm:t>
    </dgm:pt>
    <dgm:pt modelId="{5EC67125-7229-4934-9050-0F56BA20B188}" type="pres">
      <dgm:prSet presAssocID="{B14AE452-637F-4C8B-97BD-A19D8D953885}" presName="node" presStyleLbl="node1" presStyleIdx="0" presStyleCnt="4" custScaleX="150112" custScaleY="144103" custRadScaleRad="105752">
        <dgm:presLayoutVars>
          <dgm:bulletEnabled val="1"/>
        </dgm:presLayoutVars>
      </dgm:prSet>
      <dgm:spPr/>
      <dgm:t>
        <a:bodyPr/>
        <a:lstStyle/>
        <a:p>
          <a:endParaRPr lang="es-MX"/>
        </a:p>
      </dgm:t>
    </dgm:pt>
    <dgm:pt modelId="{5AC8EE16-934F-4DEE-BE88-B1B6B16DA2DF}" type="pres">
      <dgm:prSet presAssocID="{DA0C00F1-1017-4374-9833-495BC9E3241C}" presName="sibTrans" presStyleLbl="sibTrans2D1" presStyleIdx="0" presStyleCnt="4"/>
      <dgm:spPr/>
      <dgm:t>
        <a:bodyPr/>
        <a:lstStyle/>
        <a:p>
          <a:endParaRPr lang="es-MX"/>
        </a:p>
      </dgm:t>
    </dgm:pt>
    <dgm:pt modelId="{8F071442-75EF-43A0-B2FD-0ADBC85D32EB}" type="pres">
      <dgm:prSet presAssocID="{DA0C00F1-1017-4374-9833-495BC9E3241C}" presName="connectorText" presStyleLbl="sibTrans2D1" presStyleIdx="0" presStyleCnt="4"/>
      <dgm:spPr/>
      <dgm:t>
        <a:bodyPr/>
        <a:lstStyle/>
        <a:p>
          <a:endParaRPr lang="es-MX"/>
        </a:p>
      </dgm:t>
    </dgm:pt>
    <dgm:pt modelId="{AE79AD25-321A-45B5-A626-F66907A7B34C}" type="pres">
      <dgm:prSet presAssocID="{BC666D93-8C20-4B10-9E44-A6F26A47C6E9}" presName="node" presStyleLbl="node1" presStyleIdx="1" presStyleCnt="4" custScaleX="150112" custScaleY="144103" custRadScaleRad="124192">
        <dgm:presLayoutVars>
          <dgm:bulletEnabled val="1"/>
        </dgm:presLayoutVars>
      </dgm:prSet>
      <dgm:spPr/>
      <dgm:t>
        <a:bodyPr/>
        <a:lstStyle/>
        <a:p>
          <a:endParaRPr lang="es-MX"/>
        </a:p>
      </dgm:t>
    </dgm:pt>
    <dgm:pt modelId="{16A5EACA-23C0-45DB-AEF9-E0ED988A5430}" type="pres">
      <dgm:prSet presAssocID="{2B033F08-15BE-415C-8039-9B96E1E89B08}" presName="sibTrans" presStyleLbl="sibTrans2D1" presStyleIdx="1" presStyleCnt="4"/>
      <dgm:spPr/>
      <dgm:t>
        <a:bodyPr/>
        <a:lstStyle/>
        <a:p>
          <a:endParaRPr lang="es-MX"/>
        </a:p>
      </dgm:t>
    </dgm:pt>
    <dgm:pt modelId="{33AB9E56-CF3E-4457-BBF2-2CA3C3AFE6F7}" type="pres">
      <dgm:prSet presAssocID="{2B033F08-15BE-415C-8039-9B96E1E89B08}" presName="connectorText" presStyleLbl="sibTrans2D1" presStyleIdx="1" presStyleCnt="4"/>
      <dgm:spPr/>
      <dgm:t>
        <a:bodyPr/>
        <a:lstStyle/>
        <a:p>
          <a:endParaRPr lang="es-MX"/>
        </a:p>
      </dgm:t>
    </dgm:pt>
    <dgm:pt modelId="{F46D3945-D9EE-48FB-B9A8-D7472D4C3B23}" type="pres">
      <dgm:prSet presAssocID="{64C85472-75C7-45D2-A1AC-1DA06D847D07}" presName="node" presStyleLbl="node1" presStyleIdx="2" presStyleCnt="4" custScaleX="150112" custScaleY="144103">
        <dgm:presLayoutVars>
          <dgm:bulletEnabled val="1"/>
        </dgm:presLayoutVars>
      </dgm:prSet>
      <dgm:spPr/>
      <dgm:t>
        <a:bodyPr/>
        <a:lstStyle/>
        <a:p>
          <a:endParaRPr lang="es-MX"/>
        </a:p>
      </dgm:t>
    </dgm:pt>
    <dgm:pt modelId="{83135C00-43A3-4ECD-AEEB-DD7DAFC566E0}" type="pres">
      <dgm:prSet presAssocID="{A732BD29-EFCE-42E0-8F2C-6A456196E34C}" presName="sibTrans" presStyleLbl="sibTrans2D1" presStyleIdx="2" presStyleCnt="4"/>
      <dgm:spPr/>
      <dgm:t>
        <a:bodyPr/>
        <a:lstStyle/>
        <a:p>
          <a:endParaRPr lang="es-MX"/>
        </a:p>
      </dgm:t>
    </dgm:pt>
    <dgm:pt modelId="{EF910D69-5CA7-42A3-AAEB-398061A75903}" type="pres">
      <dgm:prSet presAssocID="{A732BD29-EFCE-42E0-8F2C-6A456196E34C}" presName="connectorText" presStyleLbl="sibTrans2D1" presStyleIdx="2" presStyleCnt="4"/>
      <dgm:spPr/>
      <dgm:t>
        <a:bodyPr/>
        <a:lstStyle/>
        <a:p>
          <a:endParaRPr lang="es-MX"/>
        </a:p>
      </dgm:t>
    </dgm:pt>
    <dgm:pt modelId="{CC1BA9E0-53B2-44E3-8D11-FC7B91C509B1}" type="pres">
      <dgm:prSet presAssocID="{D645209D-2745-4AF7-8639-FE9BB2F36D5A}" presName="node" presStyleLbl="node1" presStyleIdx="3" presStyleCnt="4" custScaleX="150112" custScaleY="144103" custRadScaleRad="111462">
        <dgm:presLayoutVars>
          <dgm:bulletEnabled val="1"/>
        </dgm:presLayoutVars>
      </dgm:prSet>
      <dgm:spPr/>
      <dgm:t>
        <a:bodyPr/>
        <a:lstStyle/>
        <a:p>
          <a:endParaRPr lang="es-MX"/>
        </a:p>
      </dgm:t>
    </dgm:pt>
    <dgm:pt modelId="{52595EAD-7F27-4A43-96D0-C2C826C4B4FE}" type="pres">
      <dgm:prSet presAssocID="{6E6A7794-26A0-403F-B60F-4E1F2EE3FA5B}" presName="sibTrans" presStyleLbl="sibTrans2D1" presStyleIdx="3" presStyleCnt="4"/>
      <dgm:spPr/>
      <dgm:t>
        <a:bodyPr/>
        <a:lstStyle/>
        <a:p>
          <a:endParaRPr lang="es-MX"/>
        </a:p>
      </dgm:t>
    </dgm:pt>
    <dgm:pt modelId="{E97C6ACD-C0D0-48A9-96FD-A4BAE9750E7A}" type="pres">
      <dgm:prSet presAssocID="{6E6A7794-26A0-403F-B60F-4E1F2EE3FA5B}" presName="connectorText" presStyleLbl="sibTrans2D1" presStyleIdx="3" presStyleCnt="4"/>
      <dgm:spPr/>
      <dgm:t>
        <a:bodyPr/>
        <a:lstStyle/>
        <a:p>
          <a:endParaRPr lang="es-MX"/>
        </a:p>
      </dgm:t>
    </dgm:pt>
  </dgm:ptLst>
  <dgm:cxnLst>
    <dgm:cxn modelId="{9A9519D6-F085-084A-90C6-0CC102BFEA29}" type="presOf" srcId="{B14AE452-637F-4C8B-97BD-A19D8D953885}" destId="{5EC67125-7229-4934-9050-0F56BA20B188}" srcOrd="0" destOrd="0" presId="urn:microsoft.com/office/officeart/2005/8/layout/cycle2"/>
    <dgm:cxn modelId="{A2595904-0C34-4994-99BD-3B784CBCAC0F}" srcId="{13C9AF08-32BB-4E43-8D4A-549F2FBD81E1}" destId="{B14AE452-637F-4C8B-97BD-A19D8D953885}" srcOrd="0" destOrd="0" parTransId="{45337C06-D195-4EFA-BC7B-CDA708CE3988}" sibTransId="{DA0C00F1-1017-4374-9833-495BC9E3241C}"/>
    <dgm:cxn modelId="{8A608254-FD12-294B-9ABF-69DEDD892A75}" type="presOf" srcId="{6E6A7794-26A0-403F-B60F-4E1F2EE3FA5B}" destId="{E97C6ACD-C0D0-48A9-96FD-A4BAE9750E7A}" srcOrd="1" destOrd="0" presId="urn:microsoft.com/office/officeart/2005/8/layout/cycle2"/>
    <dgm:cxn modelId="{4EABB9E9-065C-3B49-87C1-8A2688DD3504}" type="presOf" srcId="{64C85472-75C7-45D2-A1AC-1DA06D847D07}" destId="{F46D3945-D9EE-48FB-B9A8-D7472D4C3B23}" srcOrd="0" destOrd="0" presId="urn:microsoft.com/office/officeart/2005/8/layout/cycle2"/>
    <dgm:cxn modelId="{15B955D2-7441-CF4A-90D2-895310652517}" type="presOf" srcId="{2B033F08-15BE-415C-8039-9B96E1E89B08}" destId="{16A5EACA-23C0-45DB-AEF9-E0ED988A5430}" srcOrd="0" destOrd="0" presId="urn:microsoft.com/office/officeart/2005/8/layout/cycle2"/>
    <dgm:cxn modelId="{528EAD6A-6F40-4938-8C82-895A8EF3FBC7}" srcId="{13C9AF08-32BB-4E43-8D4A-549F2FBD81E1}" destId="{D645209D-2745-4AF7-8639-FE9BB2F36D5A}" srcOrd="3" destOrd="0" parTransId="{51D2A94F-16DD-4EA8-822D-7CF65246DFE2}" sibTransId="{6E6A7794-26A0-403F-B60F-4E1F2EE3FA5B}"/>
    <dgm:cxn modelId="{A32D0F8B-24FE-5D46-8D69-6DCD6A6FDAD5}" type="presOf" srcId="{13C9AF08-32BB-4E43-8D4A-549F2FBD81E1}" destId="{306B4BE9-B86B-47C8-B748-6D4639949746}" srcOrd="0" destOrd="0" presId="urn:microsoft.com/office/officeart/2005/8/layout/cycle2"/>
    <dgm:cxn modelId="{3C9BC2B3-597C-2343-90B9-ECD9F5A3A451}" type="presOf" srcId="{BC666D93-8C20-4B10-9E44-A6F26A47C6E9}" destId="{AE79AD25-321A-45B5-A626-F66907A7B34C}" srcOrd="0" destOrd="0" presId="urn:microsoft.com/office/officeart/2005/8/layout/cycle2"/>
    <dgm:cxn modelId="{16228CA8-5B7A-450E-AE8C-E83C4877AB6E}" srcId="{13C9AF08-32BB-4E43-8D4A-549F2FBD81E1}" destId="{BC666D93-8C20-4B10-9E44-A6F26A47C6E9}" srcOrd="1" destOrd="0" parTransId="{0592AD2F-5993-42FE-81DF-33E529D70488}" sibTransId="{2B033F08-15BE-415C-8039-9B96E1E89B08}"/>
    <dgm:cxn modelId="{BEE2783B-4CAB-4B2A-901E-B7806BE1637F}" srcId="{13C9AF08-32BB-4E43-8D4A-549F2FBD81E1}" destId="{64C85472-75C7-45D2-A1AC-1DA06D847D07}" srcOrd="2" destOrd="0" parTransId="{89D29882-1454-4B94-A0BD-1B7CCFFE626B}" sibTransId="{A732BD29-EFCE-42E0-8F2C-6A456196E34C}"/>
    <dgm:cxn modelId="{D2B5E63D-A1E8-214D-97D7-FA150FB35B01}" type="presOf" srcId="{DA0C00F1-1017-4374-9833-495BC9E3241C}" destId="{8F071442-75EF-43A0-B2FD-0ADBC85D32EB}" srcOrd="1" destOrd="0" presId="urn:microsoft.com/office/officeart/2005/8/layout/cycle2"/>
    <dgm:cxn modelId="{CC5FADCC-7A39-5E49-A93D-6037F8427474}" type="presOf" srcId="{D645209D-2745-4AF7-8639-FE9BB2F36D5A}" destId="{CC1BA9E0-53B2-44E3-8D11-FC7B91C509B1}" srcOrd="0" destOrd="0" presId="urn:microsoft.com/office/officeart/2005/8/layout/cycle2"/>
    <dgm:cxn modelId="{8929B7A2-E1C1-9447-9636-F589B35CCC73}" type="presOf" srcId="{A732BD29-EFCE-42E0-8F2C-6A456196E34C}" destId="{EF910D69-5CA7-42A3-AAEB-398061A75903}" srcOrd="1" destOrd="0" presId="urn:microsoft.com/office/officeart/2005/8/layout/cycle2"/>
    <dgm:cxn modelId="{BB453F7F-19A3-9049-A419-BBF9B5A5C2C6}" type="presOf" srcId="{A732BD29-EFCE-42E0-8F2C-6A456196E34C}" destId="{83135C00-43A3-4ECD-AEEB-DD7DAFC566E0}" srcOrd="0" destOrd="0" presId="urn:microsoft.com/office/officeart/2005/8/layout/cycle2"/>
    <dgm:cxn modelId="{3C334669-2BAA-CD42-ABF8-C474F8BC61E7}" type="presOf" srcId="{2B033F08-15BE-415C-8039-9B96E1E89B08}" destId="{33AB9E56-CF3E-4457-BBF2-2CA3C3AFE6F7}" srcOrd="1" destOrd="0" presId="urn:microsoft.com/office/officeart/2005/8/layout/cycle2"/>
    <dgm:cxn modelId="{90EF70C4-6118-8E48-988A-570F0C27917B}" type="presOf" srcId="{DA0C00F1-1017-4374-9833-495BC9E3241C}" destId="{5AC8EE16-934F-4DEE-BE88-B1B6B16DA2DF}" srcOrd="0" destOrd="0" presId="urn:microsoft.com/office/officeart/2005/8/layout/cycle2"/>
    <dgm:cxn modelId="{6D6E93CF-E412-6B41-8EA2-8741A62BC943}" type="presOf" srcId="{6E6A7794-26A0-403F-B60F-4E1F2EE3FA5B}" destId="{52595EAD-7F27-4A43-96D0-C2C826C4B4FE}" srcOrd="0" destOrd="0" presId="urn:microsoft.com/office/officeart/2005/8/layout/cycle2"/>
    <dgm:cxn modelId="{4E44966F-557F-2D4C-AB9C-7579EBE4C356}" type="presParOf" srcId="{306B4BE9-B86B-47C8-B748-6D4639949746}" destId="{5EC67125-7229-4934-9050-0F56BA20B188}" srcOrd="0" destOrd="0" presId="urn:microsoft.com/office/officeart/2005/8/layout/cycle2"/>
    <dgm:cxn modelId="{2D870756-6EE5-F24D-984F-3B193C2E6490}" type="presParOf" srcId="{306B4BE9-B86B-47C8-B748-6D4639949746}" destId="{5AC8EE16-934F-4DEE-BE88-B1B6B16DA2DF}" srcOrd="1" destOrd="0" presId="urn:microsoft.com/office/officeart/2005/8/layout/cycle2"/>
    <dgm:cxn modelId="{1E849EA1-959B-B540-9B85-9AD617184838}" type="presParOf" srcId="{5AC8EE16-934F-4DEE-BE88-B1B6B16DA2DF}" destId="{8F071442-75EF-43A0-B2FD-0ADBC85D32EB}" srcOrd="0" destOrd="0" presId="urn:microsoft.com/office/officeart/2005/8/layout/cycle2"/>
    <dgm:cxn modelId="{B7F097F8-487E-A74E-B150-47C04EA90D9C}" type="presParOf" srcId="{306B4BE9-B86B-47C8-B748-6D4639949746}" destId="{AE79AD25-321A-45B5-A626-F66907A7B34C}" srcOrd="2" destOrd="0" presId="urn:microsoft.com/office/officeart/2005/8/layout/cycle2"/>
    <dgm:cxn modelId="{B472A22C-5217-B64E-8263-798C1C3AF245}" type="presParOf" srcId="{306B4BE9-B86B-47C8-B748-6D4639949746}" destId="{16A5EACA-23C0-45DB-AEF9-E0ED988A5430}" srcOrd="3" destOrd="0" presId="urn:microsoft.com/office/officeart/2005/8/layout/cycle2"/>
    <dgm:cxn modelId="{C4101986-106A-CD4F-8584-6B61007A5A6C}" type="presParOf" srcId="{16A5EACA-23C0-45DB-AEF9-E0ED988A5430}" destId="{33AB9E56-CF3E-4457-BBF2-2CA3C3AFE6F7}" srcOrd="0" destOrd="0" presId="urn:microsoft.com/office/officeart/2005/8/layout/cycle2"/>
    <dgm:cxn modelId="{527B4D00-9301-9142-948E-58888B6B1545}" type="presParOf" srcId="{306B4BE9-B86B-47C8-B748-6D4639949746}" destId="{F46D3945-D9EE-48FB-B9A8-D7472D4C3B23}" srcOrd="4" destOrd="0" presId="urn:microsoft.com/office/officeart/2005/8/layout/cycle2"/>
    <dgm:cxn modelId="{2E3B63B5-16D6-EA4A-8A9F-08FFB931923C}" type="presParOf" srcId="{306B4BE9-B86B-47C8-B748-6D4639949746}" destId="{83135C00-43A3-4ECD-AEEB-DD7DAFC566E0}" srcOrd="5" destOrd="0" presId="urn:microsoft.com/office/officeart/2005/8/layout/cycle2"/>
    <dgm:cxn modelId="{E16F7123-1914-6843-B4CB-73D56BE843B3}" type="presParOf" srcId="{83135C00-43A3-4ECD-AEEB-DD7DAFC566E0}" destId="{EF910D69-5CA7-42A3-AAEB-398061A75903}" srcOrd="0" destOrd="0" presId="urn:microsoft.com/office/officeart/2005/8/layout/cycle2"/>
    <dgm:cxn modelId="{239E598E-5756-3C4F-BE42-26B7CADD0C92}" type="presParOf" srcId="{306B4BE9-B86B-47C8-B748-6D4639949746}" destId="{CC1BA9E0-53B2-44E3-8D11-FC7B91C509B1}" srcOrd="6" destOrd="0" presId="urn:microsoft.com/office/officeart/2005/8/layout/cycle2"/>
    <dgm:cxn modelId="{CFADA6F9-B7A1-9143-A8E9-D2F74FF6AA39}" type="presParOf" srcId="{306B4BE9-B86B-47C8-B748-6D4639949746}" destId="{52595EAD-7F27-4A43-96D0-C2C826C4B4FE}" srcOrd="7" destOrd="0" presId="urn:microsoft.com/office/officeart/2005/8/layout/cycle2"/>
    <dgm:cxn modelId="{BC1BEF42-9518-3847-B021-2B423660CEDF}" type="presParOf" srcId="{52595EAD-7F27-4A43-96D0-C2C826C4B4FE}" destId="{E97C6ACD-C0D0-48A9-96FD-A4BAE9750E7A}"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C9AF08-32BB-4E43-8D4A-549F2FBD81E1}" type="doc">
      <dgm:prSet loTypeId="urn:microsoft.com/office/officeart/2005/8/layout/cycle2" loCatId="cycle" qsTypeId="urn:microsoft.com/office/officeart/2005/8/quickstyle/simple1" qsCatId="simple" csTypeId="urn:microsoft.com/office/officeart/2005/8/colors/colorful1#1" csCatId="colorful" phldr="1"/>
      <dgm:spPr/>
      <dgm:t>
        <a:bodyPr/>
        <a:lstStyle/>
        <a:p>
          <a:endParaRPr lang="es-MX"/>
        </a:p>
      </dgm:t>
    </dgm:pt>
    <dgm:pt modelId="{306B4BE9-B86B-47C8-B748-6D4639949746}" type="pres">
      <dgm:prSet presAssocID="{13C9AF08-32BB-4E43-8D4A-549F2FBD81E1}" presName="cycle" presStyleCnt="0">
        <dgm:presLayoutVars>
          <dgm:dir/>
          <dgm:resizeHandles val="exact"/>
        </dgm:presLayoutVars>
      </dgm:prSet>
      <dgm:spPr/>
      <dgm:t>
        <a:bodyPr/>
        <a:lstStyle/>
        <a:p>
          <a:endParaRPr lang="es-MX"/>
        </a:p>
      </dgm:t>
    </dgm:pt>
  </dgm:ptLst>
  <dgm:cxnLst>
    <dgm:cxn modelId="{B4F334E6-1FED-7E4E-98D0-1E4FE4768164}" type="presOf" srcId="{13C9AF08-32BB-4E43-8D4A-549F2FBD81E1}" destId="{306B4BE9-B86B-47C8-B748-6D4639949746}"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3C9AF08-32BB-4E43-8D4A-549F2FBD81E1}" type="doc">
      <dgm:prSet loTypeId="urn:microsoft.com/office/officeart/2005/8/layout/cycle2" loCatId="cycle" qsTypeId="urn:microsoft.com/office/officeart/2005/8/quickstyle/simple1" qsCatId="simple" csTypeId="urn:microsoft.com/office/officeart/2005/8/colors/colorful1#1" csCatId="colorful" phldr="1"/>
      <dgm:spPr/>
      <dgm:t>
        <a:bodyPr/>
        <a:lstStyle/>
        <a:p>
          <a:endParaRPr lang="es-MX"/>
        </a:p>
      </dgm:t>
    </dgm:pt>
    <dgm:pt modelId="{306B4BE9-B86B-47C8-B748-6D4639949746}" type="pres">
      <dgm:prSet presAssocID="{13C9AF08-32BB-4E43-8D4A-549F2FBD81E1}" presName="cycle" presStyleCnt="0">
        <dgm:presLayoutVars>
          <dgm:dir/>
          <dgm:resizeHandles val="exact"/>
        </dgm:presLayoutVars>
      </dgm:prSet>
      <dgm:spPr/>
      <dgm:t>
        <a:bodyPr/>
        <a:lstStyle/>
        <a:p>
          <a:endParaRPr lang="es-MX"/>
        </a:p>
      </dgm:t>
    </dgm:pt>
  </dgm:ptLst>
  <dgm:cxnLst>
    <dgm:cxn modelId="{B4F334E6-1FED-7E4E-98D0-1E4FE4768164}" type="presOf" srcId="{13C9AF08-32BB-4E43-8D4A-549F2FBD81E1}" destId="{306B4BE9-B86B-47C8-B748-6D4639949746}"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3C9AF08-32BB-4E43-8D4A-549F2FBD81E1}" type="doc">
      <dgm:prSet loTypeId="urn:microsoft.com/office/officeart/2005/8/layout/cycle2" loCatId="cycle" qsTypeId="urn:microsoft.com/office/officeart/2005/8/quickstyle/simple1" qsCatId="simple" csTypeId="urn:microsoft.com/office/officeart/2005/8/colors/colorful1#1" csCatId="colorful" phldr="1"/>
      <dgm:spPr/>
      <dgm:t>
        <a:bodyPr/>
        <a:lstStyle/>
        <a:p>
          <a:endParaRPr lang="es-MX"/>
        </a:p>
      </dgm:t>
    </dgm:pt>
    <dgm:pt modelId="{306B4BE9-B86B-47C8-B748-6D4639949746}" type="pres">
      <dgm:prSet presAssocID="{13C9AF08-32BB-4E43-8D4A-549F2FBD81E1}" presName="cycle" presStyleCnt="0">
        <dgm:presLayoutVars>
          <dgm:dir/>
          <dgm:resizeHandles val="exact"/>
        </dgm:presLayoutVars>
      </dgm:prSet>
      <dgm:spPr/>
      <dgm:t>
        <a:bodyPr/>
        <a:lstStyle/>
        <a:p>
          <a:endParaRPr lang="es-MX"/>
        </a:p>
      </dgm:t>
    </dgm:pt>
  </dgm:ptLst>
  <dgm:cxnLst>
    <dgm:cxn modelId="{9BD3FE10-7920-BB4B-87D2-2F08AD1DE25B}" type="presOf" srcId="{13C9AF08-32BB-4E43-8D4A-549F2FBD81E1}" destId="{306B4BE9-B86B-47C8-B748-6D4639949746}"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3C9AF08-32BB-4E43-8D4A-549F2FBD81E1}" type="doc">
      <dgm:prSet loTypeId="urn:microsoft.com/office/officeart/2005/8/layout/cycle2" loCatId="cycle" qsTypeId="urn:microsoft.com/office/officeart/2005/8/quickstyle/simple1" qsCatId="simple" csTypeId="urn:microsoft.com/office/officeart/2005/8/colors/colorful1#1" csCatId="colorful" phldr="1"/>
      <dgm:spPr/>
      <dgm:t>
        <a:bodyPr/>
        <a:lstStyle/>
        <a:p>
          <a:endParaRPr lang="es-MX"/>
        </a:p>
      </dgm:t>
    </dgm:pt>
    <dgm:pt modelId="{B14AE452-637F-4C8B-97BD-A19D8D953885}">
      <dgm:prSet phldrT="[Texto]" custT="1"/>
      <dgm:spPr/>
      <dgm:t>
        <a:bodyPr/>
        <a:lstStyle/>
        <a:p>
          <a:r>
            <a:rPr lang="es-MX" sz="1600" b="1" dirty="0">
              <a:solidFill>
                <a:schemeClr val="tx1"/>
              </a:solidFill>
            </a:rPr>
            <a:t>El proceso productivo</a:t>
          </a:r>
        </a:p>
      </dgm:t>
    </dgm:pt>
    <dgm:pt modelId="{45337C06-D195-4EFA-BC7B-CDA708CE3988}" type="parTrans" cxnId="{A2595904-0C34-4994-99BD-3B784CBCAC0F}">
      <dgm:prSet/>
      <dgm:spPr/>
      <dgm:t>
        <a:bodyPr/>
        <a:lstStyle/>
        <a:p>
          <a:endParaRPr lang="es-MX" sz="2800" b="1">
            <a:solidFill>
              <a:schemeClr val="tx1"/>
            </a:solidFill>
          </a:endParaRPr>
        </a:p>
      </dgm:t>
    </dgm:pt>
    <dgm:pt modelId="{DA0C00F1-1017-4374-9833-495BC9E3241C}" type="sibTrans" cxnId="{A2595904-0C34-4994-99BD-3B784CBCAC0F}">
      <dgm:prSet custT="1"/>
      <dgm:spPr/>
      <dgm:t>
        <a:bodyPr/>
        <a:lstStyle/>
        <a:p>
          <a:endParaRPr lang="es-MX" sz="1000" b="1">
            <a:solidFill>
              <a:schemeClr val="tx1"/>
            </a:solidFill>
          </a:endParaRPr>
        </a:p>
      </dgm:t>
    </dgm:pt>
    <dgm:pt modelId="{306B4BE9-B86B-47C8-B748-6D4639949746}" type="pres">
      <dgm:prSet presAssocID="{13C9AF08-32BB-4E43-8D4A-549F2FBD81E1}" presName="cycle" presStyleCnt="0">
        <dgm:presLayoutVars>
          <dgm:dir/>
          <dgm:resizeHandles val="exact"/>
        </dgm:presLayoutVars>
      </dgm:prSet>
      <dgm:spPr/>
      <dgm:t>
        <a:bodyPr/>
        <a:lstStyle/>
        <a:p>
          <a:endParaRPr lang="es-MX"/>
        </a:p>
      </dgm:t>
    </dgm:pt>
    <dgm:pt modelId="{5EC67125-7229-4934-9050-0F56BA20B188}" type="pres">
      <dgm:prSet presAssocID="{B14AE452-637F-4C8B-97BD-A19D8D953885}" presName="node" presStyleLbl="node1" presStyleIdx="0" presStyleCnt="1" custScaleX="92794" custScaleY="88475" custRadScaleRad="100069" custRadScaleInc="175">
        <dgm:presLayoutVars>
          <dgm:bulletEnabled val="1"/>
        </dgm:presLayoutVars>
      </dgm:prSet>
      <dgm:spPr/>
      <dgm:t>
        <a:bodyPr/>
        <a:lstStyle/>
        <a:p>
          <a:endParaRPr lang="es-MX"/>
        </a:p>
      </dgm:t>
    </dgm:pt>
  </dgm:ptLst>
  <dgm:cxnLst>
    <dgm:cxn modelId="{A2595904-0C34-4994-99BD-3B784CBCAC0F}" srcId="{13C9AF08-32BB-4E43-8D4A-549F2FBD81E1}" destId="{B14AE452-637F-4C8B-97BD-A19D8D953885}" srcOrd="0" destOrd="0" parTransId="{45337C06-D195-4EFA-BC7B-CDA708CE3988}" sibTransId="{DA0C00F1-1017-4374-9833-495BC9E3241C}"/>
    <dgm:cxn modelId="{569AD276-C790-C745-A2D8-5A6D41DC487D}" type="presOf" srcId="{13C9AF08-32BB-4E43-8D4A-549F2FBD81E1}" destId="{306B4BE9-B86B-47C8-B748-6D4639949746}" srcOrd="0" destOrd="0" presId="urn:microsoft.com/office/officeart/2005/8/layout/cycle2"/>
    <dgm:cxn modelId="{875F5E71-A246-D74E-A443-3610C68A7322}" type="presOf" srcId="{B14AE452-637F-4C8B-97BD-A19D8D953885}" destId="{5EC67125-7229-4934-9050-0F56BA20B188}" srcOrd="0" destOrd="0" presId="urn:microsoft.com/office/officeart/2005/8/layout/cycle2"/>
    <dgm:cxn modelId="{DA9A412A-3D0B-3049-BA74-2E2D3AFC75F8}" type="presParOf" srcId="{306B4BE9-B86B-47C8-B748-6D4639949746}" destId="{5EC67125-7229-4934-9050-0F56BA20B188}"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3C9AF08-32BB-4E43-8D4A-549F2FBD81E1}" type="doc">
      <dgm:prSet loTypeId="urn:microsoft.com/office/officeart/2005/8/layout/cycle2" loCatId="cycle" qsTypeId="urn:microsoft.com/office/officeart/2005/8/quickstyle/simple1" qsCatId="simple" csTypeId="urn:microsoft.com/office/officeart/2005/8/colors/colorful1#1" csCatId="colorful" phldr="1"/>
      <dgm:spPr/>
      <dgm:t>
        <a:bodyPr/>
        <a:lstStyle/>
        <a:p>
          <a:endParaRPr lang="es-MX"/>
        </a:p>
      </dgm:t>
    </dgm:pt>
    <dgm:pt modelId="{306B4BE9-B86B-47C8-B748-6D4639949746}" type="pres">
      <dgm:prSet presAssocID="{13C9AF08-32BB-4E43-8D4A-549F2FBD81E1}" presName="cycle" presStyleCnt="0">
        <dgm:presLayoutVars>
          <dgm:dir/>
          <dgm:resizeHandles val="exact"/>
        </dgm:presLayoutVars>
      </dgm:prSet>
      <dgm:spPr/>
      <dgm:t>
        <a:bodyPr/>
        <a:lstStyle/>
        <a:p>
          <a:endParaRPr lang="es-MX"/>
        </a:p>
      </dgm:t>
    </dgm:pt>
  </dgm:ptLst>
  <dgm:cxnLst>
    <dgm:cxn modelId="{6993DC3A-98F2-9D46-943B-C72BCC9CEE3C}" type="presOf" srcId="{13C9AF08-32BB-4E43-8D4A-549F2FBD81E1}" destId="{306B4BE9-B86B-47C8-B748-6D4639949746}"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E7AC993-20A3-4B6D-9ED8-77129D5918F2}" type="doc">
      <dgm:prSet loTypeId="urn:microsoft.com/office/officeart/2005/8/layout/matrix3" loCatId="matrix" qsTypeId="urn:microsoft.com/office/officeart/2005/8/quickstyle/simple1" qsCatId="simple" csTypeId="urn:microsoft.com/office/officeart/2005/8/colors/colorful1#2" csCatId="colorful" phldr="1"/>
      <dgm:spPr/>
      <dgm:t>
        <a:bodyPr/>
        <a:lstStyle/>
        <a:p>
          <a:endParaRPr lang="es-MX"/>
        </a:p>
      </dgm:t>
    </dgm:pt>
    <dgm:pt modelId="{E64CB829-A105-4A3C-9E79-9A40209270DD}">
      <dgm:prSet phldrT="[Texto]"/>
      <dgm:spPr/>
      <dgm:t>
        <a:bodyPr/>
        <a:lstStyle/>
        <a:p>
          <a:r>
            <a:rPr lang="es-MX" i="1" dirty="0">
              <a:solidFill>
                <a:schemeClr val="tx1"/>
              </a:solidFill>
            </a:rPr>
            <a:t>Cambio económico</a:t>
          </a:r>
          <a:endParaRPr lang="es-MX" dirty="0">
            <a:solidFill>
              <a:schemeClr val="tx1"/>
            </a:solidFill>
          </a:endParaRPr>
        </a:p>
      </dgm:t>
    </dgm:pt>
    <dgm:pt modelId="{E069CE94-7744-49AB-AEE2-ABDB0A697E78}" type="parTrans" cxnId="{A1FC842E-DC6E-4D98-B1E7-ABCD8B42BA80}">
      <dgm:prSet/>
      <dgm:spPr/>
      <dgm:t>
        <a:bodyPr/>
        <a:lstStyle/>
        <a:p>
          <a:endParaRPr lang="es-MX">
            <a:solidFill>
              <a:schemeClr val="tx1"/>
            </a:solidFill>
          </a:endParaRPr>
        </a:p>
      </dgm:t>
    </dgm:pt>
    <dgm:pt modelId="{DB2C4FE3-329D-4049-BE9F-9138ED1A5502}" type="sibTrans" cxnId="{A1FC842E-DC6E-4D98-B1E7-ABCD8B42BA80}">
      <dgm:prSet/>
      <dgm:spPr/>
      <dgm:t>
        <a:bodyPr/>
        <a:lstStyle/>
        <a:p>
          <a:endParaRPr lang="es-MX">
            <a:solidFill>
              <a:schemeClr val="tx1"/>
            </a:solidFill>
          </a:endParaRPr>
        </a:p>
      </dgm:t>
    </dgm:pt>
    <dgm:pt modelId="{582C9572-032F-4982-95C8-8E96C22BD87A}">
      <dgm:prSet phldrT="[Texto]"/>
      <dgm:spPr/>
      <dgm:t>
        <a:bodyPr/>
        <a:lstStyle/>
        <a:p>
          <a:r>
            <a:rPr lang="es-MX" i="1" dirty="0">
              <a:solidFill>
                <a:schemeClr val="tx1"/>
              </a:solidFill>
            </a:rPr>
            <a:t>Cambio tecnológico</a:t>
          </a:r>
          <a:endParaRPr lang="es-MX" dirty="0">
            <a:solidFill>
              <a:schemeClr val="tx1"/>
            </a:solidFill>
          </a:endParaRPr>
        </a:p>
      </dgm:t>
    </dgm:pt>
    <dgm:pt modelId="{99BEBBBF-6446-4A6C-BDD9-264A5D42386E}" type="parTrans" cxnId="{8D10E724-A8D2-4774-9BA3-0A6C1E66B6A4}">
      <dgm:prSet/>
      <dgm:spPr/>
      <dgm:t>
        <a:bodyPr/>
        <a:lstStyle/>
        <a:p>
          <a:endParaRPr lang="es-MX">
            <a:solidFill>
              <a:schemeClr val="tx1"/>
            </a:solidFill>
          </a:endParaRPr>
        </a:p>
      </dgm:t>
    </dgm:pt>
    <dgm:pt modelId="{86646D2C-0B4E-4154-9469-BDF9CC04B33B}" type="sibTrans" cxnId="{8D10E724-A8D2-4774-9BA3-0A6C1E66B6A4}">
      <dgm:prSet/>
      <dgm:spPr/>
      <dgm:t>
        <a:bodyPr/>
        <a:lstStyle/>
        <a:p>
          <a:endParaRPr lang="es-MX">
            <a:solidFill>
              <a:schemeClr val="tx1"/>
            </a:solidFill>
          </a:endParaRPr>
        </a:p>
      </dgm:t>
    </dgm:pt>
    <dgm:pt modelId="{20C81E56-6220-465A-B2BF-2951CB793763}">
      <dgm:prSet phldrT="[Texto]"/>
      <dgm:spPr/>
      <dgm:t>
        <a:bodyPr/>
        <a:lstStyle/>
        <a:p>
          <a:r>
            <a:rPr lang="es-MX" i="1" dirty="0">
              <a:solidFill>
                <a:schemeClr val="tx1"/>
              </a:solidFill>
            </a:rPr>
            <a:t>Cambio sociológico y demográfico</a:t>
          </a:r>
          <a:endParaRPr lang="es-MX" dirty="0">
            <a:solidFill>
              <a:schemeClr val="tx1"/>
            </a:solidFill>
          </a:endParaRPr>
        </a:p>
      </dgm:t>
    </dgm:pt>
    <dgm:pt modelId="{D76DE18E-FA16-4B0F-922D-DD61DB69CF7A}" type="parTrans" cxnId="{3743FC03-6D09-42B3-951F-093F4E860055}">
      <dgm:prSet/>
      <dgm:spPr/>
      <dgm:t>
        <a:bodyPr/>
        <a:lstStyle/>
        <a:p>
          <a:endParaRPr lang="es-MX">
            <a:solidFill>
              <a:schemeClr val="tx1"/>
            </a:solidFill>
          </a:endParaRPr>
        </a:p>
      </dgm:t>
    </dgm:pt>
    <dgm:pt modelId="{021655B9-597D-4B58-AC14-DB684104D72B}" type="sibTrans" cxnId="{3743FC03-6D09-42B3-951F-093F4E860055}">
      <dgm:prSet/>
      <dgm:spPr/>
      <dgm:t>
        <a:bodyPr/>
        <a:lstStyle/>
        <a:p>
          <a:endParaRPr lang="es-MX">
            <a:solidFill>
              <a:schemeClr val="tx1"/>
            </a:solidFill>
          </a:endParaRPr>
        </a:p>
      </dgm:t>
    </dgm:pt>
    <dgm:pt modelId="{C6589F65-B915-4856-A96D-95D21FE9ECEC}">
      <dgm:prSet phldrT="[Texto]"/>
      <dgm:spPr/>
      <dgm:t>
        <a:bodyPr/>
        <a:lstStyle/>
        <a:p>
          <a:r>
            <a:rPr lang="es-MX" i="1" dirty="0">
              <a:solidFill>
                <a:schemeClr val="tx1"/>
              </a:solidFill>
            </a:rPr>
            <a:t>Cambio político</a:t>
          </a:r>
          <a:endParaRPr lang="es-MX" dirty="0">
            <a:solidFill>
              <a:schemeClr val="tx1"/>
            </a:solidFill>
          </a:endParaRPr>
        </a:p>
      </dgm:t>
    </dgm:pt>
    <dgm:pt modelId="{80AF0CEA-ECDD-4E13-BA37-9EBAF0C2B711}" type="parTrans" cxnId="{045A5259-781A-45CB-B06C-96284E3597FA}">
      <dgm:prSet/>
      <dgm:spPr/>
      <dgm:t>
        <a:bodyPr/>
        <a:lstStyle/>
        <a:p>
          <a:endParaRPr lang="es-MX">
            <a:solidFill>
              <a:schemeClr val="tx1"/>
            </a:solidFill>
          </a:endParaRPr>
        </a:p>
      </dgm:t>
    </dgm:pt>
    <dgm:pt modelId="{05AFD76E-2AB1-41F1-A4E3-10BB383CAB7D}" type="sibTrans" cxnId="{045A5259-781A-45CB-B06C-96284E3597FA}">
      <dgm:prSet/>
      <dgm:spPr/>
      <dgm:t>
        <a:bodyPr/>
        <a:lstStyle/>
        <a:p>
          <a:endParaRPr lang="es-MX">
            <a:solidFill>
              <a:schemeClr val="tx1"/>
            </a:solidFill>
          </a:endParaRPr>
        </a:p>
      </dgm:t>
    </dgm:pt>
    <dgm:pt modelId="{48D5B63B-A226-4A89-A063-344AFBF3B974}" type="pres">
      <dgm:prSet presAssocID="{CE7AC993-20A3-4B6D-9ED8-77129D5918F2}" presName="matrix" presStyleCnt="0">
        <dgm:presLayoutVars>
          <dgm:chMax val="1"/>
          <dgm:dir/>
          <dgm:resizeHandles val="exact"/>
        </dgm:presLayoutVars>
      </dgm:prSet>
      <dgm:spPr/>
      <dgm:t>
        <a:bodyPr/>
        <a:lstStyle/>
        <a:p>
          <a:endParaRPr lang="es-MX"/>
        </a:p>
      </dgm:t>
    </dgm:pt>
    <dgm:pt modelId="{6D7028D0-CF1C-47EC-A096-CD22160E03D9}" type="pres">
      <dgm:prSet presAssocID="{CE7AC993-20A3-4B6D-9ED8-77129D5918F2}" presName="diamond" presStyleLbl="bgShp" presStyleIdx="0" presStyleCnt="1"/>
      <dgm:spPr/>
    </dgm:pt>
    <dgm:pt modelId="{AE4D0E46-A665-41C1-9080-0291A1DA013D}" type="pres">
      <dgm:prSet presAssocID="{CE7AC993-20A3-4B6D-9ED8-77129D5918F2}" presName="quad1" presStyleLbl="node1" presStyleIdx="0" presStyleCnt="4">
        <dgm:presLayoutVars>
          <dgm:chMax val="0"/>
          <dgm:chPref val="0"/>
          <dgm:bulletEnabled val="1"/>
        </dgm:presLayoutVars>
      </dgm:prSet>
      <dgm:spPr/>
      <dgm:t>
        <a:bodyPr/>
        <a:lstStyle/>
        <a:p>
          <a:endParaRPr lang="es-MX"/>
        </a:p>
      </dgm:t>
    </dgm:pt>
    <dgm:pt modelId="{A6EACA14-476E-4FB7-93B6-7BCF1973B580}" type="pres">
      <dgm:prSet presAssocID="{CE7AC993-20A3-4B6D-9ED8-77129D5918F2}" presName="quad2" presStyleLbl="node1" presStyleIdx="1" presStyleCnt="4">
        <dgm:presLayoutVars>
          <dgm:chMax val="0"/>
          <dgm:chPref val="0"/>
          <dgm:bulletEnabled val="1"/>
        </dgm:presLayoutVars>
      </dgm:prSet>
      <dgm:spPr/>
      <dgm:t>
        <a:bodyPr/>
        <a:lstStyle/>
        <a:p>
          <a:endParaRPr lang="es-MX"/>
        </a:p>
      </dgm:t>
    </dgm:pt>
    <dgm:pt modelId="{125E3C28-F432-48A6-B9A8-A102B906C401}" type="pres">
      <dgm:prSet presAssocID="{CE7AC993-20A3-4B6D-9ED8-77129D5918F2}" presName="quad3" presStyleLbl="node1" presStyleIdx="2" presStyleCnt="4">
        <dgm:presLayoutVars>
          <dgm:chMax val="0"/>
          <dgm:chPref val="0"/>
          <dgm:bulletEnabled val="1"/>
        </dgm:presLayoutVars>
      </dgm:prSet>
      <dgm:spPr/>
      <dgm:t>
        <a:bodyPr/>
        <a:lstStyle/>
        <a:p>
          <a:endParaRPr lang="es-MX"/>
        </a:p>
      </dgm:t>
    </dgm:pt>
    <dgm:pt modelId="{6C45F49A-64A4-4517-BB2A-A732A1B4671A}" type="pres">
      <dgm:prSet presAssocID="{CE7AC993-20A3-4B6D-9ED8-77129D5918F2}" presName="quad4" presStyleLbl="node1" presStyleIdx="3" presStyleCnt="4">
        <dgm:presLayoutVars>
          <dgm:chMax val="0"/>
          <dgm:chPref val="0"/>
          <dgm:bulletEnabled val="1"/>
        </dgm:presLayoutVars>
      </dgm:prSet>
      <dgm:spPr/>
      <dgm:t>
        <a:bodyPr/>
        <a:lstStyle/>
        <a:p>
          <a:endParaRPr lang="es-MX"/>
        </a:p>
      </dgm:t>
    </dgm:pt>
  </dgm:ptLst>
  <dgm:cxnLst>
    <dgm:cxn modelId="{3743FC03-6D09-42B3-951F-093F4E860055}" srcId="{CE7AC993-20A3-4B6D-9ED8-77129D5918F2}" destId="{20C81E56-6220-465A-B2BF-2951CB793763}" srcOrd="2" destOrd="0" parTransId="{D76DE18E-FA16-4B0F-922D-DD61DB69CF7A}" sibTransId="{021655B9-597D-4B58-AC14-DB684104D72B}"/>
    <dgm:cxn modelId="{4484BA3B-FD1A-054A-87FB-CE2EBCA43945}" type="presOf" srcId="{CE7AC993-20A3-4B6D-9ED8-77129D5918F2}" destId="{48D5B63B-A226-4A89-A063-344AFBF3B974}" srcOrd="0" destOrd="0" presId="urn:microsoft.com/office/officeart/2005/8/layout/matrix3"/>
    <dgm:cxn modelId="{8D10E724-A8D2-4774-9BA3-0A6C1E66B6A4}" srcId="{CE7AC993-20A3-4B6D-9ED8-77129D5918F2}" destId="{582C9572-032F-4982-95C8-8E96C22BD87A}" srcOrd="1" destOrd="0" parTransId="{99BEBBBF-6446-4A6C-BDD9-264A5D42386E}" sibTransId="{86646D2C-0B4E-4154-9469-BDF9CC04B33B}"/>
    <dgm:cxn modelId="{A1FC842E-DC6E-4D98-B1E7-ABCD8B42BA80}" srcId="{CE7AC993-20A3-4B6D-9ED8-77129D5918F2}" destId="{E64CB829-A105-4A3C-9E79-9A40209270DD}" srcOrd="0" destOrd="0" parTransId="{E069CE94-7744-49AB-AEE2-ABDB0A697E78}" sibTransId="{DB2C4FE3-329D-4049-BE9F-9138ED1A5502}"/>
    <dgm:cxn modelId="{89CFC62E-A8F7-FD4F-80E7-2E0A97B9A05F}" type="presOf" srcId="{20C81E56-6220-465A-B2BF-2951CB793763}" destId="{125E3C28-F432-48A6-B9A8-A102B906C401}" srcOrd="0" destOrd="0" presId="urn:microsoft.com/office/officeart/2005/8/layout/matrix3"/>
    <dgm:cxn modelId="{13220790-6D83-464A-8080-F9E4C529158E}" type="presOf" srcId="{E64CB829-A105-4A3C-9E79-9A40209270DD}" destId="{AE4D0E46-A665-41C1-9080-0291A1DA013D}" srcOrd="0" destOrd="0" presId="urn:microsoft.com/office/officeart/2005/8/layout/matrix3"/>
    <dgm:cxn modelId="{CE61F061-8393-5B41-BD26-BCB7AC7262ED}" type="presOf" srcId="{582C9572-032F-4982-95C8-8E96C22BD87A}" destId="{A6EACA14-476E-4FB7-93B6-7BCF1973B580}" srcOrd="0" destOrd="0" presId="urn:microsoft.com/office/officeart/2005/8/layout/matrix3"/>
    <dgm:cxn modelId="{045A5259-781A-45CB-B06C-96284E3597FA}" srcId="{CE7AC993-20A3-4B6D-9ED8-77129D5918F2}" destId="{C6589F65-B915-4856-A96D-95D21FE9ECEC}" srcOrd="3" destOrd="0" parTransId="{80AF0CEA-ECDD-4E13-BA37-9EBAF0C2B711}" sibTransId="{05AFD76E-2AB1-41F1-A4E3-10BB383CAB7D}"/>
    <dgm:cxn modelId="{0E2D9A99-6209-154D-B4DD-ACB486633540}" type="presOf" srcId="{C6589F65-B915-4856-A96D-95D21FE9ECEC}" destId="{6C45F49A-64A4-4517-BB2A-A732A1B4671A}" srcOrd="0" destOrd="0" presId="urn:microsoft.com/office/officeart/2005/8/layout/matrix3"/>
    <dgm:cxn modelId="{53E917F2-61CF-A249-A756-3AA40E7384B9}" type="presParOf" srcId="{48D5B63B-A226-4A89-A063-344AFBF3B974}" destId="{6D7028D0-CF1C-47EC-A096-CD22160E03D9}" srcOrd="0" destOrd="0" presId="urn:microsoft.com/office/officeart/2005/8/layout/matrix3"/>
    <dgm:cxn modelId="{A0CF24FE-9D11-C44F-86FF-82DB8E428615}" type="presParOf" srcId="{48D5B63B-A226-4A89-A063-344AFBF3B974}" destId="{AE4D0E46-A665-41C1-9080-0291A1DA013D}" srcOrd="1" destOrd="0" presId="urn:microsoft.com/office/officeart/2005/8/layout/matrix3"/>
    <dgm:cxn modelId="{DEF9EE61-A747-9D4C-815F-DF3E154ADC78}" type="presParOf" srcId="{48D5B63B-A226-4A89-A063-344AFBF3B974}" destId="{A6EACA14-476E-4FB7-93B6-7BCF1973B580}" srcOrd="2" destOrd="0" presId="urn:microsoft.com/office/officeart/2005/8/layout/matrix3"/>
    <dgm:cxn modelId="{DE03DAAE-EAB6-2B49-9630-34613954D223}" type="presParOf" srcId="{48D5B63B-A226-4A89-A063-344AFBF3B974}" destId="{125E3C28-F432-48A6-B9A8-A102B906C401}" srcOrd="3" destOrd="0" presId="urn:microsoft.com/office/officeart/2005/8/layout/matrix3"/>
    <dgm:cxn modelId="{AA06D4D3-BB86-7643-9E32-6A45D636912F}" type="presParOf" srcId="{48D5B63B-A226-4A89-A063-344AFBF3B974}" destId="{6C45F49A-64A4-4517-BB2A-A732A1B4671A}"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F8347FC-D3EB-42B9-BE41-63A19D543BDF}" type="doc">
      <dgm:prSet loTypeId="urn:microsoft.com/office/officeart/2005/8/layout/arrow2" loCatId="process" qsTypeId="urn:microsoft.com/office/officeart/2005/8/quickstyle/simple1" qsCatId="simple" csTypeId="urn:microsoft.com/office/officeart/2005/8/colors/accent1_2" csCatId="accent1" phldr="1"/>
      <dgm:spPr/>
    </dgm:pt>
    <dgm:pt modelId="{A9DBD58F-3437-4412-8DB1-A1BA49ACD6C2}">
      <dgm:prSet phldrT="[Texto]" custT="1"/>
      <dgm:spPr/>
      <dgm:t>
        <a:bodyPr/>
        <a:lstStyle/>
        <a:p>
          <a:r>
            <a:rPr lang="es-MX" sz="1050" b="1" dirty="0"/>
            <a:t>Introducción</a:t>
          </a:r>
          <a:endParaRPr lang="es-MX" sz="1050" dirty="0"/>
        </a:p>
      </dgm:t>
    </dgm:pt>
    <dgm:pt modelId="{BEA71DCB-53D0-4FFC-A9DF-4D4DCD907F9E}" type="parTrans" cxnId="{E030DCF2-3E69-44B2-B7D0-F60C18DD9A22}">
      <dgm:prSet/>
      <dgm:spPr/>
      <dgm:t>
        <a:bodyPr/>
        <a:lstStyle/>
        <a:p>
          <a:endParaRPr lang="es-MX" sz="3200"/>
        </a:p>
      </dgm:t>
    </dgm:pt>
    <dgm:pt modelId="{6CCA393F-1AFE-4A69-A248-CCD120F31752}" type="sibTrans" cxnId="{E030DCF2-3E69-44B2-B7D0-F60C18DD9A22}">
      <dgm:prSet/>
      <dgm:spPr/>
      <dgm:t>
        <a:bodyPr/>
        <a:lstStyle/>
        <a:p>
          <a:endParaRPr lang="es-MX" sz="3200"/>
        </a:p>
      </dgm:t>
    </dgm:pt>
    <dgm:pt modelId="{F9B6384B-708D-4C3E-8493-95983F04AC98}">
      <dgm:prSet phldrT="[Texto]" custT="1"/>
      <dgm:spPr/>
      <dgm:t>
        <a:bodyPr/>
        <a:lstStyle/>
        <a:p>
          <a:r>
            <a:rPr lang="es-MX" sz="1050" b="1" dirty="0"/>
            <a:t>Crecimiento</a:t>
          </a:r>
          <a:endParaRPr lang="es-MX" sz="1050" dirty="0"/>
        </a:p>
      </dgm:t>
    </dgm:pt>
    <dgm:pt modelId="{A1039263-95DC-4EE6-97E1-3304D3975663}" type="parTrans" cxnId="{F99E31B5-74B8-4F1B-9AA7-B1A91B35B379}">
      <dgm:prSet/>
      <dgm:spPr/>
      <dgm:t>
        <a:bodyPr/>
        <a:lstStyle/>
        <a:p>
          <a:endParaRPr lang="es-MX" sz="3200"/>
        </a:p>
      </dgm:t>
    </dgm:pt>
    <dgm:pt modelId="{96D83E7E-F91D-4133-AE03-288CE2C8C2F6}" type="sibTrans" cxnId="{F99E31B5-74B8-4F1B-9AA7-B1A91B35B379}">
      <dgm:prSet/>
      <dgm:spPr/>
      <dgm:t>
        <a:bodyPr/>
        <a:lstStyle/>
        <a:p>
          <a:endParaRPr lang="es-MX" sz="3200"/>
        </a:p>
      </dgm:t>
    </dgm:pt>
    <dgm:pt modelId="{EA317D63-0F39-4193-85F9-CD6CFB665483}">
      <dgm:prSet phldrT="[Texto]" custT="1"/>
      <dgm:spPr/>
      <dgm:t>
        <a:bodyPr/>
        <a:lstStyle/>
        <a:p>
          <a:r>
            <a:rPr lang="es-MX" sz="1050" b="1" dirty="0"/>
            <a:t>Madurez</a:t>
          </a:r>
          <a:endParaRPr lang="es-MX" sz="1050" dirty="0"/>
        </a:p>
      </dgm:t>
    </dgm:pt>
    <dgm:pt modelId="{74A1FC72-A8D8-46EF-A530-EB172E55EEE4}" type="parTrans" cxnId="{7C53EB77-BB10-4624-BFE6-3D0BAE2A1988}">
      <dgm:prSet/>
      <dgm:spPr/>
      <dgm:t>
        <a:bodyPr/>
        <a:lstStyle/>
        <a:p>
          <a:endParaRPr lang="es-MX" sz="3200"/>
        </a:p>
      </dgm:t>
    </dgm:pt>
    <dgm:pt modelId="{52BA23D9-7418-4285-AF12-236175062305}" type="sibTrans" cxnId="{7C53EB77-BB10-4624-BFE6-3D0BAE2A1988}">
      <dgm:prSet/>
      <dgm:spPr/>
      <dgm:t>
        <a:bodyPr/>
        <a:lstStyle/>
        <a:p>
          <a:endParaRPr lang="es-MX" sz="3200"/>
        </a:p>
      </dgm:t>
    </dgm:pt>
    <dgm:pt modelId="{CD85B002-C508-4642-9636-12C2B494073B}">
      <dgm:prSet phldrT="[Texto]" custT="1"/>
      <dgm:spPr/>
      <dgm:t>
        <a:bodyPr/>
        <a:lstStyle/>
        <a:p>
          <a:r>
            <a:rPr lang="es-MX" sz="1050" b="1" dirty="0"/>
            <a:t>Saturación</a:t>
          </a:r>
          <a:endParaRPr lang="es-MX" sz="1050" dirty="0"/>
        </a:p>
      </dgm:t>
    </dgm:pt>
    <dgm:pt modelId="{EFC923BA-5508-4558-A4EA-F3BB4C85A0BD}" type="parTrans" cxnId="{57AF3CCA-884F-4FA4-8B9F-822819C21376}">
      <dgm:prSet/>
      <dgm:spPr/>
      <dgm:t>
        <a:bodyPr/>
        <a:lstStyle/>
        <a:p>
          <a:endParaRPr lang="es-MX" sz="3200"/>
        </a:p>
      </dgm:t>
    </dgm:pt>
    <dgm:pt modelId="{7ED44B04-9650-4071-8C9B-37FEA910E6CD}" type="sibTrans" cxnId="{57AF3CCA-884F-4FA4-8B9F-822819C21376}">
      <dgm:prSet/>
      <dgm:spPr/>
      <dgm:t>
        <a:bodyPr/>
        <a:lstStyle/>
        <a:p>
          <a:endParaRPr lang="es-MX" sz="3200"/>
        </a:p>
      </dgm:t>
    </dgm:pt>
    <dgm:pt modelId="{B515AD75-ED9E-45DD-AD55-6B24AB9E9073}">
      <dgm:prSet phldrT="[Texto]" custT="1"/>
      <dgm:spPr/>
      <dgm:t>
        <a:bodyPr/>
        <a:lstStyle/>
        <a:p>
          <a:r>
            <a:rPr lang="es-MX" sz="1050" b="1" dirty="0"/>
            <a:t>Declive</a:t>
          </a:r>
          <a:endParaRPr lang="es-MX" sz="1050" dirty="0"/>
        </a:p>
      </dgm:t>
    </dgm:pt>
    <dgm:pt modelId="{44D13503-AE56-4AAD-94BC-78F215EBF010}" type="parTrans" cxnId="{C513F6C9-A61D-4FF5-A9B1-7A9F36F48BD8}">
      <dgm:prSet/>
      <dgm:spPr/>
      <dgm:t>
        <a:bodyPr/>
        <a:lstStyle/>
        <a:p>
          <a:endParaRPr lang="es-MX" sz="3200"/>
        </a:p>
      </dgm:t>
    </dgm:pt>
    <dgm:pt modelId="{316E1A3A-EA0C-4415-AFD5-4D5C2D4A3EC6}" type="sibTrans" cxnId="{C513F6C9-A61D-4FF5-A9B1-7A9F36F48BD8}">
      <dgm:prSet/>
      <dgm:spPr/>
      <dgm:t>
        <a:bodyPr/>
        <a:lstStyle/>
        <a:p>
          <a:endParaRPr lang="es-MX" sz="3200"/>
        </a:p>
      </dgm:t>
    </dgm:pt>
    <dgm:pt modelId="{4D2895BD-02A1-4670-9258-29547562F02C}" type="pres">
      <dgm:prSet presAssocID="{7F8347FC-D3EB-42B9-BE41-63A19D543BDF}" presName="arrowDiagram" presStyleCnt="0">
        <dgm:presLayoutVars>
          <dgm:chMax val="5"/>
          <dgm:dir/>
          <dgm:resizeHandles val="exact"/>
        </dgm:presLayoutVars>
      </dgm:prSet>
      <dgm:spPr/>
    </dgm:pt>
    <dgm:pt modelId="{7ED34512-1715-4E0D-BA23-D10C9790AD65}" type="pres">
      <dgm:prSet presAssocID="{7F8347FC-D3EB-42B9-BE41-63A19D543BDF}" presName="arrow" presStyleLbl="bgShp" presStyleIdx="0" presStyleCnt="1" custScaleX="78376" custScaleY="73381"/>
      <dgm:spPr/>
    </dgm:pt>
    <dgm:pt modelId="{24946052-F1D0-4EFE-B084-CAE3D981D25D}" type="pres">
      <dgm:prSet presAssocID="{7F8347FC-D3EB-42B9-BE41-63A19D543BDF}" presName="arrowDiagram5" presStyleCnt="0"/>
      <dgm:spPr/>
    </dgm:pt>
    <dgm:pt modelId="{A8057FA4-4CC3-437B-B294-DA2577BDC188}" type="pres">
      <dgm:prSet presAssocID="{A9DBD58F-3437-4412-8DB1-A1BA49ACD6C2}" presName="bullet5a" presStyleLbl="node1" presStyleIdx="0" presStyleCnt="5"/>
      <dgm:spPr/>
    </dgm:pt>
    <dgm:pt modelId="{C24EA568-5EA7-49A4-9991-14E545B38FDB}" type="pres">
      <dgm:prSet presAssocID="{A9DBD58F-3437-4412-8DB1-A1BA49ACD6C2}" presName="textBox5a" presStyleLbl="revTx" presStyleIdx="0" presStyleCnt="5" custScaleX="288318" custLinFactNeighborX="98456">
        <dgm:presLayoutVars>
          <dgm:bulletEnabled val="1"/>
        </dgm:presLayoutVars>
      </dgm:prSet>
      <dgm:spPr/>
      <dgm:t>
        <a:bodyPr/>
        <a:lstStyle/>
        <a:p>
          <a:endParaRPr lang="es-MX"/>
        </a:p>
      </dgm:t>
    </dgm:pt>
    <dgm:pt modelId="{94DD0255-A683-4F67-9F07-A5F111047BCF}" type="pres">
      <dgm:prSet presAssocID="{F9B6384B-708D-4C3E-8493-95983F04AC98}" presName="bullet5b" presStyleLbl="node1" presStyleIdx="1" presStyleCnt="5"/>
      <dgm:spPr/>
    </dgm:pt>
    <dgm:pt modelId="{48B5B612-4BAE-4139-9C29-601B3FC1BBEA}" type="pres">
      <dgm:prSet presAssocID="{F9B6384B-708D-4C3E-8493-95983F04AC98}" presName="textBox5b" presStyleLbl="revTx" presStyleIdx="1" presStyleCnt="5" custScaleX="179361" custLinFactNeighborX="38135">
        <dgm:presLayoutVars>
          <dgm:bulletEnabled val="1"/>
        </dgm:presLayoutVars>
      </dgm:prSet>
      <dgm:spPr/>
      <dgm:t>
        <a:bodyPr/>
        <a:lstStyle/>
        <a:p>
          <a:endParaRPr lang="es-MX"/>
        </a:p>
      </dgm:t>
    </dgm:pt>
    <dgm:pt modelId="{83C1FB8F-D712-4AC0-9BDA-6E08E9C891E8}" type="pres">
      <dgm:prSet presAssocID="{EA317D63-0F39-4193-85F9-CD6CFB665483}" presName="bullet5c" presStyleLbl="node1" presStyleIdx="2" presStyleCnt="5"/>
      <dgm:spPr/>
    </dgm:pt>
    <dgm:pt modelId="{80328EEE-86E5-4FC9-841F-2564BB126F7A}" type="pres">
      <dgm:prSet presAssocID="{EA317D63-0F39-4193-85F9-CD6CFB665483}" presName="textBox5c" presStyleLbl="revTx" presStyleIdx="2" presStyleCnt="5">
        <dgm:presLayoutVars>
          <dgm:bulletEnabled val="1"/>
        </dgm:presLayoutVars>
      </dgm:prSet>
      <dgm:spPr/>
      <dgm:t>
        <a:bodyPr/>
        <a:lstStyle/>
        <a:p>
          <a:endParaRPr lang="es-MX"/>
        </a:p>
      </dgm:t>
    </dgm:pt>
    <dgm:pt modelId="{CE477C37-3A06-4DD9-8995-C12BC2FD4928}" type="pres">
      <dgm:prSet presAssocID="{CD85B002-C508-4642-9636-12C2B494073B}" presName="bullet5d" presStyleLbl="node1" presStyleIdx="3" presStyleCnt="5"/>
      <dgm:spPr/>
    </dgm:pt>
    <dgm:pt modelId="{053D814F-58C6-4A43-96E8-15DDDE528627}" type="pres">
      <dgm:prSet presAssocID="{CD85B002-C508-4642-9636-12C2B494073B}" presName="textBox5d" presStyleLbl="revTx" presStyleIdx="3" presStyleCnt="5">
        <dgm:presLayoutVars>
          <dgm:bulletEnabled val="1"/>
        </dgm:presLayoutVars>
      </dgm:prSet>
      <dgm:spPr/>
      <dgm:t>
        <a:bodyPr/>
        <a:lstStyle/>
        <a:p>
          <a:endParaRPr lang="es-MX"/>
        </a:p>
      </dgm:t>
    </dgm:pt>
    <dgm:pt modelId="{F5F1FB36-32D2-440C-98CE-DD706683F303}" type="pres">
      <dgm:prSet presAssocID="{B515AD75-ED9E-45DD-AD55-6B24AB9E9073}" presName="bullet5e" presStyleLbl="node1" presStyleIdx="4" presStyleCnt="5"/>
      <dgm:spPr/>
    </dgm:pt>
    <dgm:pt modelId="{BED5F86C-2D1E-4624-AF5E-D616AD85F080}" type="pres">
      <dgm:prSet presAssocID="{B515AD75-ED9E-45DD-AD55-6B24AB9E9073}" presName="textBox5e" presStyleLbl="revTx" presStyleIdx="4" presStyleCnt="5">
        <dgm:presLayoutVars>
          <dgm:bulletEnabled val="1"/>
        </dgm:presLayoutVars>
      </dgm:prSet>
      <dgm:spPr/>
      <dgm:t>
        <a:bodyPr/>
        <a:lstStyle/>
        <a:p>
          <a:endParaRPr lang="es-MX"/>
        </a:p>
      </dgm:t>
    </dgm:pt>
  </dgm:ptLst>
  <dgm:cxnLst>
    <dgm:cxn modelId="{57AF3CCA-884F-4FA4-8B9F-822819C21376}" srcId="{7F8347FC-D3EB-42B9-BE41-63A19D543BDF}" destId="{CD85B002-C508-4642-9636-12C2B494073B}" srcOrd="3" destOrd="0" parTransId="{EFC923BA-5508-4558-A4EA-F3BB4C85A0BD}" sibTransId="{7ED44B04-9650-4071-8C9B-37FEA910E6CD}"/>
    <dgm:cxn modelId="{BCF91B5B-D1DD-ED47-A4A2-DAF8484E8FB0}" type="presOf" srcId="{EA317D63-0F39-4193-85F9-CD6CFB665483}" destId="{80328EEE-86E5-4FC9-841F-2564BB126F7A}" srcOrd="0" destOrd="0" presId="urn:microsoft.com/office/officeart/2005/8/layout/arrow2"/>
    <dgm:cxn modelId="{E030DCF2-3E69-44B2-B7D0-F60C18DD9A22}" srcId="{7F8347FC-D3EB-42B9-BE41-63A19D543BDF}" destId="{A9DBD58F-3437-4412-8DB1-A1BA49ACD6C2}" srcOrd="0" destOrd="0" parTransId="{BEA71DCB-53D0-4FFC-A9DF-4D4DCD907F9E}" sibTransId="{6CCA393F-1AFE-4A69-A248-CCD120F31752}"/>
    <dgm:cxn modelId="{100E7463-B3F9-8949-A9D2-26E3FAB31B95}" type="presOf" srcId="{B515AD75-ED9E-45DD-AD55-6B24AB9E9073}" destId="{BED5F86C-2D1E-4624-AF5E-D616AD85F080}" srcOrd="0" destOrd="0" presId="urn:microsoft.com/office/officeart/2005/8/layout/arrow2"/>
    <dgm:cxn modelId="{F99E31B5-74B8-4F1B-9AA7-B1A91B35B379}" srcId="{7F8347FC-D3EB-42B9-BE41-63A19D543BDF}" destId="{F9B6384B-708D-4C3E-8493-95983F04AC98}" srcOrd="1" destOrd="0" parTransId="{A1039263-95DC-4EE6-97E1-3304D3975663}" sibTransId="{96D83E7E-F91D-4133-AE03-288CE2C8C2F6}"/>
    <dgm:cxn modelId="{D975269B-9CC8-5F4B-B17A-DC388707E08C}" type="presOf" srcId="{F9B6384B-708D-4C3E-8493-95983F04AC98}" destId="{48B5B612-4BAE-4139-9C29-601B3FC1BBEA}" srcOrd="0" destOrd="0" presId="urn:microsoft.com/office/officeart/2005/8/layout/arrow2"/>
    <dgm:cxn modelId="{C513F6C9-A61D-4FF5-A9B1-7A9F36F48BD8}" srcId="{7F8347FC-D3EB-42B9-BE41-63A19D543BDF}" destId="{B515AD75-ED9E-45DD-AD55-6B24AB9E9073}" srcOrd="4" destOrd="0" parTransId="{44D13503-AE56-4AAD-94BC-78F215EBF010}" sibTransId="{316E1A3A-EA0C-4415-AFD5-4D5C2D4A3EC6}"/>
    <dgm:cxn modelId="{B84FDEF3-0EA1-2A48-95AB-6683DB6C610B}" type="presOf" srcId="{CD85B002-C508-4642-9636-12C2B494073B}" destId="{053D814F-58C6-4A43-96E8-15DDDE528627}" srcOrd="0" destOrd="0" presId="urn:microsoft.com/office/officeart/2005/8/layout/arrow2"/>
    <dgm:cxn modelId="{7C53EB77-BB10-4624-BFE6-3D0BAE2A1988}" srcId="{7F8347FC-D3EB-42B9-BE41-63A19D543BDF}" destId="{EA317D63-0F39-4193-85F9-CD6CFB665483}" srcOrd="2" destOrd="0" parTransId="{74A1FC72-A8D8-46EF-A530-EB172E55EEE4}" sibTransId="{52BA23D9-7418-4285-AF12-236175062305}"/>
    <dgm:cxn modelId="{8FBF2E7B-6C39-6D4B-A763-5FE21D9262DD}" type="presOf" srcId="{7F8347FC-D3EB-42B9-BE41-63A19D543BDF}" destId="{4D2895BD-02A1-4670-9258-29547562F02C}" srcOrd="0" destOrd="0" presId="urn:microsoft.com/office/officeart/2005/8/layout/arrow2"/>
    <dgm:cxn modelId="{4CE599D3-C2EE-734E-8334-DCE7E68116AD}" type="presOf" srcId="{A9DBD58F-3437-4412-8DB1-A1BA49ACD6C2}" destId="{C24EA568-5EA7-49A4-9991-14E545B38FDB}" srcOrd="0" destOrd="0" presId="urn:microsoft.com/office/officeart/2005/8/layout/arrow2"/>
    <dgm:cxn modelId="{561D6563-3115-D647-8154-7CC139FD2999}" type="presParOf" srcId="{4D2895BD-02A1-4670-9258-29547562F02C}" destId="{7ED34512-1715-4E0D-BA23-D10C9790AD65}" srcOrd="0" destOrd="0" presId="urn:microsoft.com/office/officeart/2005/8/layout/arrow2"/>
    <dgm:cxn modelId="{8487E515-09F0-4D48-A786-934FFD4194AC}" type="presParOf" srcId="{4D2895BD-02A1-4670-9258-29547562F02C}" destId="{24946052-F1D0-4EFE-B084-CAE3D981D25D}" srcOrd="1" destOrd="0" presId="urn:microsoft.com/office/officeart/2005/8/layout/arrow2"/>
    <dgm:cxn modelId="{ACEA380C-5F29-ED47-A982-3A7B9844C425}" type="presParOf" srcId="{24946052-F1D0-4EFE-B084-CAE3D981D25D}" destId="{A8057FA4-4CC3-437B-B294-DA2577BDC188}" srcOrd="0" destOrd="0" presId="urn:microsoft.com/office/officeart/2005/8/layout/arrow2"/>
    <dgm:cxn modelId="{B8FF151E-57CA-2441-A93E-012C79FD870B}" type="presParOf" srcId="{24946052-F1D0-4EFE-B084-CAE3D981D25D}" destId="{C24EA568-5EA7-49A4-9991-14E545B38FDB}" srcOrd="1" destOrd="0" presId="urn:microsoft.com/office/officeart/2005/8/layout/arrow2"/>
    <dgm:cxn modelId="{2E327587-3C66-C843-95A8-C137D5EE4299}" type="presParOf" srcId="{24946052-F1D0-4EFE-B084-CAE3D981D25D}" destId="{94DD0255-A683-4F67-9F07-A5F111047BCF}" srcOrd="2" destOrd="0" presId="urn:microsoft.com/office/officeart/2005/8/layout/arrow2"/>
    <dgm:cxn modelId="{9C536673-EA1C-F043-9F46-7B30D002BC78}" type="presParOf" srcId="{24946052-F1D0-4EFE-B084-CAE3D981D25D}" destId="{48B5B612-4BAE-4139-9C29-601B3FC1BBEA}" srcOrd="3" destOrd="0" presId="urn:microsoft.com/office/officeart/2005/8/layout/arrow2"/>
    <dgm:cxn modelId="{5E4CD1B8-DFBD-E747-8A83-31F1934BC312}" type="presParOf" srcId="{24946052-F1D0-4EFE-B084-CAE3D981D25D}" destId="{83C1FB8F-D712-4AC0-9BDA-6E08E9C891E8}" srcOrd="4" destOrd="0" presId="urn:microsoft.com/office/officeart/2005/8/layout/arrow2"/>
    <dgm:cxn modelId="{3611A7F9-D278-3748-8507-C344FA498FFF}" type="presParOf" srcId="{24946052-F1D0-4EFE-B084-CAE3D981D25D}" destId="{80328EEE-86E5-4FC9-841F-2564BB126F7A}" srcOrd="5" destOrd="0" presId="urn:microsoft.com/office/officeart/2005/8/layout/arrow2"/>
    <dgm:cxn modelId="{2691D1C8-3663-5648-B0B8-97ED9A8282C5}" type="presParOf" srcId="{24946052-F1D0-4EFE-B084-CAE3D981D25D}" destId="{CE477C37-3A06-4DD9-8995-C12BC2FD4928}" srcOrd="6" destOrd="0" presId="urn:microsoft.com/office/officeart/2005/8/layout/arrow2"/>
    <dgm:cxn modelId="{540133C0-EDBF-794F-9A42-714CD4581B79}" type="presParOf" srcId="{24946052-F1D0-4EFE-B084-CAE3D981D25D}" destId="{053D814F-58C6-4A43-96E8-15DDDE528627}" srcOrd="7" destOrd="0" presId="urn:microsoft.com/office/officeart/2005/8/layout/arrow2"/>
    <dgm:cxn modelId="{9B6EE551-E638-3148-8AB5-50872090BC5F}" type="presParOf" srcId="{24946052-F1D0-4EFE-B084-CAE3D981D25D}" destId="{F5F1FB36-32D2-440C-98CE-DD706683F303}" srcOrd="8" destOrd="0" presId="urn:microsoft.com/office/officeart/2005/8/layout/arrow2"/>
    <dgm:cxn modelId="{7445F925-2BAA-5049-A7CF-887D292D67A8}" type="presParOf" srcId="{24946052-F1D0-4EFE-B084-CAE3D981D25D}" destId="{BED5F86C-2D1E-4624-AF5E-D616AD85F080}" srcOrd="9"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39CB02C-65E6-48C9-BCA5-18B4EB1392B3}" type="doc">
      <dgm:prSet loTypeId="urn:microsoft.com/office/officeart/2005/8/layout/pyramid1" loCatId="pyramid" qsTypeId="urn:microsoft.com/office/officeart/2005/8/quickstyle/3d1" qsCatId="3D" csTypeId="urn:microsoft.com/office/officeart/2005/8/colors/colorful1#3" csCatId="colorful" phldr="1"/>
      <dgm:spPr/>
    </dgm:pt>
    <dgm:pt modelId="{E20CB616-D35F-46AB-8855-94D389C802ED}">
      <dgm:prSet phldrT="[Texto]" custT="1"/>
      <dgm:spPr/>
      <dgm:t>
        <a:bodyPr anchor="ctr"/>
        <a:lstStyle/>
        <a:p>
          <a:r>
            <a:rPr lang="es-MX" sz="2500" dirty="0">
              <a:effectLst>
                <a:outerShdw blurRad="38100" dist="38100" dir="2700000" algn="tl">
                  <a:srgbClr val="000000">
                    <a:alpha val="43137"/>
                  </a:srgbClr>
                </a:outerShdw>
              </a:effectLst>
              <a:latin typeface="Agency FB" pitchFamily="34" charset="0"/>
            </a:rPr>
            <a:t>Implantación</a:t>
          </a:r>
        </a:p>
      </dgm:t>
    </dgm:pt>
    <dgm:pt modelId="{445072BB-48F8-4DBF-A76F-EFB68CA30FFD}" type="parTrans" cxnId="{EAAA5C4D-EA31-4188-8C71-D3085AC87D8D}">
      <dgm:prSet/>
      <dgm:spPr/>
      <dgm:t>
        <a:bodyPr/>
        <a:lstStyle/>
        <a:p>
          <a:endParaRPr lang="es-MX" sz="2500">
            <a:effectLst>
              <a:outerShdw blurRad="38100" dist="38100" dir="2700000" algn="tl">
                <a:srgbClr val="000000">
                  <a:alpha val="43137"/>
                </a:srgbClr>
              </a:outerShdw>
            </a:effectLst>
            <a:latin typeface="Agency FB" pitchFamily="34" charset="0"/>
          </a:endParaRPr>
        </a:p>
      </dgm:t>
    </dgm:pt>
    <dgm:pt modelId="{D2283D89-2401-42AE-BDA3-A84551DCAAC8}" type="sibTrans" cxnId="{EAAA5C4D-EA31-4188-8C71-D3085AC87D8D}">
      <dgm:prSet/>
      <dgm:spPr/>
      <dgm:t>
        <a:bodyPr/>
        <a:lstStyle/>
        <a:p>
          <a:endParaRPr lang="es-MX" sz="2500">
            <a:effectLst>
              <a:outerShdw blurRad="38100" dist="38100" dir="2700000" algn="tl">
                <a:srgbClr val="000000">
                  <a:alpha val="43137"/>
                </a:srgbClr>
              </a:outerShdw>
            </a:effectLst>
            <a:latin typeface="Agency FB" pitchFamily="34" charset="0"/>
          </a:endParaRPr>
        </a:p>
      </dgm:t>
    </dgm:pt>
    <dgm:pt modelId="{084754D1-5E6D-4429-965E-6CB43505F39C}">
      <dgm:prSet phldrT="[Texto]" custT="1"/>
      <dgm:spPr/>
      <dgm:t>
        <a:bodyPr/>
        <a:lstStyle/>
        <a:p>
          <a:r>
            <a:rPr lang="es-MX" sz="2500" dirty="0">
              <a:effectLst>
                <a:outerShdw blurRad="38100" dist="38100" dir="2700000" algn="tl">
                  <a:srgbClr val="000000">
                    <a:alpha val="43137"/>
                  </a:srgbClr>
                </a:outerShdw>
              </a:effectLst>
              <a:latin typeface="Agency FB" pitchFamily="34" charset="0"/>
            </a:rPr>
            <a:t>Diseño detallado</a:t>
          </a:r>
        </a:p>
      </dgm:t>
    </dgm:pt>
    <dgm:pt modelId="{C6CEECFD-D267-40D3-B953-87A20DACFCFE}" type="parTrans" cxnId="{024336A6-0C36-4BFD-90B4-DD705ECA0D14}">
      <dgm:prSet/>
      <dgm:spPr/>
      <dgm:t>
        <a:bodyPr/>
        <a:lstStyle/>
        <a:p>
          <a:endParaRPr lang="es-MX" sz="2500">
            <a:effectLst>
              <a:outerShdw blurRad="38100" dist="38100" dir="2700000" algn="tl">
                <a:srgbClr val="000000">
                  <a:alpha val="43137"/>
                </a:srgbClr>
              </a:outerShdw>
            </a:effectLst>
            <a:latin typeface="Agency FB" pitchFamily="34" charset="0"/>
          </a:endParaRPr>
        </a:p>
      </dgm:t>
    </dgm:pt>
    <dgm:pt modelId="{7C8FF241-A8BE-43EA-93E7-15F4DCE8672C}" type="sibTrans" cxnId="{024336A6-0C36-4BFD-90B4-DD705ECA0D14}">
      <dgm:prSet/>
      <dgm:spPr/>
      <dgm:t>
        <a:bodyPr/>
        <a:lstStyle/>
        <a:p>
          <a:endParaRPr lang="es-MX" sz="2500">
            <a:effectLst>
              <a:outerShdw blurRad="38100" dist="38100" dir="2700000" algn="tl">
                <a:srgbClr val="000000">
                  <a:alpha val="43137"/>
                </a:srgbClr>
              </a:outerShdw>
            </a:effectLst>
            <a:latin typeface="Agency FB" pitchFamily="34" charset="0"/>
          </a:endParaRPr>
        </a:p>
      </dgm:t>
    </dgm:pt>
    <dgm:pt modelId="{3DE5E786-F809-4247-AD40-8FEF62A4A9EA}">
      <dgm:prSet phldrT="[Texto]" custT="1"/>
      <dgm:spPr/>
      <dgm:t>
        <a:bodyPr/>
        <a:lstStyle/>
        <a:p>
          <a:r>
            <a:rPr lang="es-MX" sz="2500" dirty="0">
              <a:effectLst>
                <a:outerShdw blurRad="38100" dist="38100" dir="2700000" algn="tl">
                  <a:srgbClr val="000000">
                    <a:alpha val="43137"/>
                  </a:srgbClr>
                </a:outerShdw>
              </a:effectLst>
              <a:latin typeface="Agency FB" pitchFamily="34" charset="0"/>
            </a:rPr>
            <a:t>Análisis de Viabilidad</a:t>
          </a:r>
        </a:p>
      </dgm:t>
    </dgm:pt>
    <dgm:pt modelId="{60C13BBC-AE92-460E-B15C-0562D5C54390}" type="parTrans" cxnId="{C21825B0-9D48-43FD-9A81-0CABC87BE27A}">
      <dgm:prSet/>
      <dgm:spPr/>
      <dgm:t>
        <a:bodyPr/>
        <a:lstStyle/>
        <a:p>
          <a:endParaRPr lang="es-MX" sz="2500">
            <a:effectLst>
              <a:outerShdw blurRad="38100" dist="38100" dir="2700000" algn="tl">
                <a:srgbClr val="000000">
                  <a:alpha val="43137"/>
                </a:srgbClr>
              </a:outerShdw>
            </a:effectLst>
            <a:latin typeface="Agency FB" pitchFamily="34" charset="0"/>
          </a:endParaRPr>
        </a:p>
      </dgm:t>
    </dgm:pt>
    <dgm:pt modelId="{BAB696F6-6580-4DFC-AB39-68E70DD188F7}" type="sibTrans" cxnId="{C21825B0-9D48-43FD-9A81-0CABC87BE27A}">
      <dgm:prSet/>
      <dgm:spPr/>
      <dgm:t>
        <a:bodyPr/>
        <a:lstStyle/>
        <a:p>
          <a:endParaRPr lang="es-MX" sz="2500">
            <a:effectLst>
              <a:outerShdw blurRad="38100" dist="38100" dir="2700000" algn="tl">
                <a:srgbClr val="000000">
                  <a:alpha val="43137"/>
                </a:srgbClr>
              </a:outerShdw>
            </a:effectLst>
            <a:latin typeface="Agency FB" pitchFamily="34" charset="0"/>
          </a:endParaRPr>
        </a:p>
      </dgm:t>
    </dgm:pt>
    <dgm:pt modelId="{593208D8-60B6-4AFF-A953-9FDFAD889DFC}">
      <dgm:prSet phldrT="[Texto]" custT="1"/>
      <dgm:spPr/>
      <dgm:t>
        <a:bodyPr/>
        <a:lstStyle/>
        <a:p>
          <a:r>
            <a:rPr lang="es-MX" sz="2500" dirty="0">
              <a:effectLst>
                <a:outerShdw blurRad="38100" dist="38100" dir="2700000" algn="tl">
                  <a:srgbClr val="000000">
                    <a:alpha val="43137"/>
                  </a:srgbClr>
                </a:outerShdw>
              </a:effectLst>
              <a:latin typeface="Agency FB" pitchFamily="34" charset="0"/>
            </a:rPr>
            <a:t>Especificaciones generales del producto</a:t>
          </a:r>
        </a:p>
      </dgm:t>
    </dgm:pt>
    <dgm:pt modelId="{78E11692-7C77-4D97-BAA2-17CE63BF7495}" type="parTrans" cxnId="{CF823976-4991-440A-A7E4-666599DF01BC}">
      <dgm:prSet/>
      <dgm:spPr/>
      <dgm:t>
        <a:bodyPr/>
        <a:lstStyle/>
        <a:p>
          <a:endParaRPr lang="es-MX" sz="2500">
            <a:effectLst>
              <a:outerShdw blurRad="38100" dist="38100" dir="2700000" algn="tl">
                <a:srgbClr val="000000">
                  <a:alpha val="43137"/>
                </a:srgbClr>
              </a:outerShdw>
            </a:effectLst>
            <a:latin typeface="Agency FB" pitchFamily="34" charset="0"/>
          </a:endParaRPr>
        </a:p>
      </dgm:t>
    </dgm:pt>
    <dgm:pt modelId="{4EF0C5AE-F3AF-4F87-AB8E-F06F290C26D8}" type="sibTrans" cxnId="{CF823976-4991-440A-A7E4-666599DF01BC}">
      <dgm:prSet/>
      <dgm:spPr/>
      <dgm:t>
        <a:bodyPr/>
        <a:lstStyle/>
        <a:p>
          <a:endParaRPr lang="es-MX" sz="2500">
            <a:effectLst>
              <a:outerShdw blurRad="38100" dist="38100" dir="2700000" algn="tl">
                <a:srgbClr val="000000">
                  <a:alpha val="43137"/>
                </a:srgbClr>
              </a:outerShdw>
            </a:effectLst>
            <a:latin typeface="Agency FB" pitchFamily="34" charset="0"/>
          </a:endParaRPr>
        </a:p>
      </dgm:t>
    </dgm:pt>
    <dgm:pt modelId="{9F4A98A8-B13C-47D2-B519-79D801D79290}">
      <dgm:prSet phldrT="[Texto]" custT="1"/>
      <dgm:spPr/>
      <dgm:t>
        <a:bodyPr/>
        <a:lstStyle/>
        <a:p>
          <a:r>
            <a:rPr lang="es-MX" sz="2500" dirty="0">
              <a:effectLst>
                <a:outerShdw blurRad="38100" dist="38100" dir="2700000" algn="tl">
                  <a:srgbClr val="000000">
                    <a:alpha val="43137"/>
                  </a:srgbClr>
                </a:outerShdw>
              </a:effectLst>
              <a:latin typeface="Agency FB" pitchFamily="34" charset="0"/>
            </a:rPr>
            <a:t>Diseño  del proceso</a:t>
          </a:r>
        </a:p>
      </dgm:t>
    </dgm:pt>
    <dgm:pt modelId="{CF84770A-BFFA-493F-9846-9DA67F163DAE}" type="parTrans" cxnId="{C39F4644-F45B-4A43-82A4-F18FDBFBB88E}">
      <dgm:prSet/>
      <dgm:spPr/>
      <dgm:t>
        <a:bodyPr/>
        <a:lstStyle/>
        <a:p>
          <a:endParaRPr lang="es-MX" sz="2500">
            <a:effectLst>
              <a:outerShdw blurRad="38100" dist="38100" dir="2700000" algn="tl">
                <a:srgbClr val="000000">
                  <a:alpha val="43137"/>
                </a:srgbClr>
              </a:outerShdw>
            </a:effectLst>
            <a:latin typeface="Agency FB" pitchFamily="34" charset="0"/>
          </a:endParaRPr>
        </a:p>
      </dgm:t>
    </dgm:pt>
    <dgm:pt modelId="{5B9E0F0D-5A95-4126-B400-5449A37F9794}" type="sibTrans" cxnId="{C39F4644-F45B-4A43-82A4-F18FDBFBB88E}">
      <dgm:prSet/>
      <dgm:spPr/>
      <dgm:t>
        <a:bodyPr/>
        <a:lstStyle/>
        <a:p>
          <a:endParaRPr lang="es-MX" sz="2500">
            <a:effectLst>
              <a:outerShdw blurRad="38100" dist="38100" dir="2700000" algn="tl">
                <a:srgbClr val="000000">
                  <a:alpha val="43137"/>
                </a:srgbClr>
              </a:outerShdw>
            </a:effectLst>
            <a:latin typeface="Agency FB" pitchFamily="34" charset="0"/>
          </a:endParaRPr>
        </a:p>
      </dgm:t>
    </dgm:pt>
    <dgm:pt modelId="{7BA7FDF4-974A-47D8-82E5-9A7EAB6C2ACF}" type="pres">
      <dgm:prSet presAssocID="{339CB02C-65E6-48C9-BCA5-18B4EB1392B3}" presName="Name0" presStyleCnt="0">
        <dgm:presLayoutVars>
          <dgm:dir/>
          <dgm:animLvl val="lvl"/>
          <dgm:resizeHandles val="exact"/>
        </dgm:presLayoutVars>
      </dgm:prSet>
      <dgm:spPr/>
    </dgm:pt>
    <dgm:pt modelId="{DDB26C37-8EE3-4ABB-925B-67893D8E26CF}" type="pres">
      <dgm:prSet presAssocID="{E20CB616-D35F-46AB-8855-94D389C802ED}" presName="Name8" presStyleCnt="0"/>
      <dgm:spPr/>
    </dgm:pt>
    <dgm:pt modelId="{16075431-365B-4716-A260-695A14F2179A}" type="pres">
      <dgm:prSet presAssocID="{E20CB616-D35F-46AB-8855-94D389C802ED}" presName="level" presStyleLbl="node1" presStyleIdx="0" presStyleCnt="5">
        <dgm:presLayoutVars>
          <dgm:chMax val="1"/>
          <dgm:bulletEnabled val="1"/>
        </dgm:presLayoutVars>
      </dgm:prSet>
      <dgm:spPr/>
      <dgm:t>
        <a:bodyPr/>
        <a:lstStyle/>
        <a:p>
          <a:endParaRPr lang="es-MX"/>
        </a:p>
      </dgm:t>
    </dgm:pt>
    <dgm:pt modelId="{C696FF77-C75F-473D-A090-2ABBF3269BE6}" type="pres">
      <dgm:prSet presAssocID="{E20CB616-D35F-46AB-8855-94D389C802ED}" presName="levelTx" presStyleLbl="revTx" presStyleIdx="0" presStyleCnt="0">
        <dgm:presLayoutVars>
          <dgm:chMax val="1"/>
          <dgm:bulletEnabled val="1"/>
        </dgm:presLayoutVars>
      </dgm:prSet>
      <dgm:spPr/>
      <dgm:t>
        <a:bodyPr/>
        <a:lstStyle/>
        <a:p>
          <a:endParaRPr lang="es-MX"/>
        </a:p>
      </dgm:t>
    </dgm:pt>
    <dgm:pt modelId="{C42D4057-C82B-489D-9F34-385FE87FE426}" type="pres">
      <dgm:prSet presAssocID="{9F4A98A8-B13C-47D2-B519-79D801D79290}" presName="Name8" presStyleCnt="0"/>
      <dgm:spPr/>
    </dgm:pt>
    <dgm:pt modelId="{AAFE010D-CF28-475C-A306-F0E99557A783}" type="pres">
      <dgm:prSet presAssocID="{9F4A98A8-B13C-47D2-B519-79D801D79290}" presName="level" presStyleLbl="node1" presStyleIdx="1" presStyleCnt="5">
        <dgm:presLayoutVars>
          <dgm:chMax val="1"/>
          <dgm:bulletEnabled val="1"/>
        </dgm:presLayoutVars>
      </dgm:prSet>
      <dgm:spPr/>
      <dgm:t>
        <a:bodyPr/>
        <a:lstStyle/>
        <a:p>
          <a:endParaRPr lang="es-MX"/>
        </a:p>
      </dgm:t>
    </dgm:pt>
    <dgm:pt modelId="{BBC18928-E814-40BA-8ACB-3FF0DEACFE97}" type="pres">
      <dgm:prSet presAssocID="{9F4A98A8-B13C-47D2-B519-79D801D79290}" presName="levelTx" presStyleLbl="revTx" presStyleIdx="0" presStyleCnt="0">
        <dgm:presLayoutVars>
          <dgm:chMax val="1"/>
          <dgm:bulletEnabled val="1"/>
        </dgm:presLayoutVars>
      </dgm:prSet>
      <dgm:spPr/>
      <dgm:t>
        <a:bodyPr/>
        <a:lstStyle/>
        <a:p>
          <a:endParaRPr lang="es-MX"/>
        </a:p>
      </dgm:t>
    </dgm:pt>
    <dgm:pt modelId="{1A488D4B-C5AF-437D-B62A-E6062AB95630}" type="pres">
      <dgm:prSet presAssocID="{084754D1-5E6D-4429-965E-6CB43505F39C}" presName="Name8" presStyleCnt="0"/>
      <dgm:spPr/>
    </dgm:pt>
    <dgm:pt modelId="{06F05BD5-B287-44AD-BAFF-FD26BDDFD74F}" type="pres">
      <dgm:prSet presAssocID="{084754D1-5E6D-4429-965E-6CB43505F39C}" presName="level" presStyleLbl="node1" presStyleIdx="2" presStyleCnt="5">
        <dgm:presLayoutVars>
          <dgm:chMax val="1"/>
          <dgm:bulletEnabled val="1"/>
        </dgm:presLayoutVars>
      </dgm:prSet>
      <dgm:spPr/>
      <dgm:t>
        <a:bodyPr/>
        <a:lstStyle/>
        <a:p>
          <a:endParaRPr lang="es-MX"/>
        </a:p>
      </dgm:t>
    </dgm:pt>
    <dgm:pt modelId="{9DB0E1CE-7F46-4A8A-BA96-1F09FFA1F616}" type="pres">
      <dgm:prSet presAssocID="{084754D1-5E6D-4429-965E-6CB43505F39C}" presName="levelTx" presStyleLbl="revTx" presStyleIdx="0" presStyleCnt="0">
        <dgm:presLayoutVars>
          <dgm:chMax val="1"/>
          <dgm:bulletEnabled val="1"/>
        </dgm:presLayoutVars>
      </dgm:prSet>
      <dgm:spPr/>
      <dgm:t>
        <a:bodyPr/>
        <a:lstStyle/>
        <a:p>
          <a:endParaRPr lang="es-MX"/>
        </a:p>
      </dgm:t>
    </dgm:pt>
    <dgm:pt modelId="{359410BB-AED8-4BBF-9425-F0296DEBD6DD}" type="pres">
      <dgm:prSet presAssocID="{3DE5E786-F809-4247-AD40-8FEF62A4A9EA}" presName="Name8" presStyleCnt="0"/>
      <dgm:spPr/>
    </dgm:pt>
    <dgm:pt modelId="{CDF8E1AB-51EA-44CE-86B5-1506B5B83A1C}" type="pres">
      <dgm:prSet presAssocID="{3DE5E786-F809-4247-AD40-8FEF62A4A9EA}" presName="level" presStyleLbl="node1" presStyleIdx="3" presStyleCnt="5">
        <dgm:presLayoutVars>
          <dgm:chMax val="1"/>
          <dgm:bulletEnabled val="1"/>
        </dgm:presLayoutVars>
      </dgm:prSet>
      <dgm:spPr/>
      <dgm:t>
        <a:bodyPr/>
        <a:lstStyle/>
        <a:p>
          <a:endParaRPr lang="es-MX"/>
        </a:p>
      </dgm:t>
    </dgm:pt>
    <dgm:pt modelId="{BB91C029-1FBE-4F78-9D41-786851E20679}" type="pres">
      <dgm:prSet presAssocID="{3DE5E786-F809-4247-AD40-8FEF62A4A9EA}" presName="levelTx" presStyleLbl="revTx" presStyleIdx="0" presStyleCnt="0">
        <dgm:presLayoutVars>
          <dgm:chMax val="1"/>
          <dgm:bulletEnabled val="1"/>
        </dgm:presLayoutVars>
      </dgm:prSet>
      <dgm:spPr/>
      <dgm:t>
        <a:bodyPr/>
        <a:lstStyle/>
        <a:p>
          <a:endParaRPr lang="es-MX"/>
        </a:p>
      </dgm:t>
    </dgm:pt>
    <dgm:pt modelId="{D8E07479-3A7C-47BB-83F8-89E2C487F763}" type="pres">
      <dgm:prSet presAssocID="{593208D8-60B6-4AFF-A953-9FDFAD889DFC}" presName="Name8" presStyleCnt="0"/>
      <dgm:spPr/>
    </dgm:pt>
    <dgm:pt modelId="{1AE294A3-A504-4977-B181-952344192730}" type="pres">
      <dgm:prSet presAssocID="{593208D8-60B6-4AFF-A953-9FDFAD889DFC}" presName="level" presStyleLbl="node1" presStyleIdx="4" presStyleCnt="5">
        <dgm:presLayoutVars>
          <dgm:chMax val="1"/>
          <dgm:bulletEnabled val="1"/>
        </dgm:presLayoutVars>
      </dgm:prSet>
      <dgm:spPr/>
      <dgm:t>
        <a:bodyPr/>
        <a:lstStyle/>
        <a:p>
          <a:endParaRPr lang="es-MX"/>
        </a:p>
      </dgm:t>
    </dgm:pt>
    <dgm:pt modelId="{75905CA4-2C46-4F30-B3C6-02E48A96A2AA}" type="pres">
      <dgm:prSet presAssocID="{593208D8-60B6-4AFF-A953-9FDFAD889DFC}" presName="levelTx" presStyleLbl="revTx" presStyleIdx="0" presStyleCnt="0">
        <dgm:presLayoutVars>
          <dgm:chMax val="1"/>
          <dgm:bulletEnabled val="1"/>
        </dgm:presLayoutVars>
      </dgm:prSet>
      <dgm:spPr/>
      <dgm:t>
        <a:bodyPr/>
        <a:lstStyle/>
        <a:p>
          <a:endParaRPr lang="es-MX"/>
        </a:p>
      </dgm:t>
    </dgm:pt>
  </dgm:ptLst>
  <dgm:cxnLst>
    <dgm:cxn modelId="{7D74714D-6E0F-D84A-BD42-781AB920B3AF}" type="presOf" srcId="{E20CB616-D35F-46AB-8855-94D389C802ED}" destId="{16075431-365B-4716-A260-695A14F2179A}" srcOrd="0" destOrd="0" presId="urn:microsoft.com/office/officeart/2005/8/layout/pyramid1"/>
    <dgm:cxn modelId="{A8705AB1-7490-B04B-A2EE-7E9D86414758}" type="presOf" srcId="{593208D8-60B6-4AFF-A953-9FDFAD889DFC}" destId="{75905CA4-2C46-4F30-B3C6-02E48A96A2AA}" srcOrd="1" destOrd="0" presId="urn:microsoft.com/office/officeart/2005/8/layout/pyramid1"/>
    <dgm:cxn modelId="{024336A6-0C36-4BFD-90B4-DD705ECA0D14}" srcId="{339CB02C-65E6-48C9-BCA5-18B4EB1392B3}" destId="{084754D1-5E6D-4429-965E-6CB43505F39C}" srcOrd="2" destOrd="0" parTransId="{C6CEECFD-D267-40D3-B953-87A20DACFCFE}" sibTransId="{7C8FF241-A8BE-43EA-93E7-15F4DCE8672C}"/>
    <dgm:cxn modelId="{B59620EA-45E6-8049-AD68-CEB75F136031}" type="presOf" srcId="{9F4A98A8-B13C-47D2-B519-79D801D79290}" destId="{AAFE010D-CF28-475C-A306-F0E99557A783}" srcOrd="0" destOrd="0" presId="urn:microsoft.com/office/officeart/2005/8/layout/pyramid1"/>
    <dgm:cxn modelId="{DE89007B-C9E4-FE47-8EB1-224D821F945D}" type="presOf" srcId="{339CB02C-65E6-48C9-BCA5-18B4EB1392B3}" destId="{7BA7FDF4-974A-47D8-82E5-9A7EAB6C2ACF}" srcOrd="0" destOrd="0" presId="urn:microsoft.com/office/officeart/2005/8/layout/pyramid1"/>
    <dgm:cxn modelId="{6E0DF860-92D3-BB4C-BD43-1B35D60F4AEB}" type="presOf" srcId="{3DE5E786-F809-4247-AD40-8FEF62A4A9EA}" destId="{CDF8E1AB-51EA-44CE-86B5-1506B5B83A1C}" srcOrd="0" destOrd="0" presId="urn:microsoft.com/office/officeart/2005/8/layout/pyramid1"/>
    <dgm:cxn modelId="{6FA80FDF-F733-3046-A3F7-FBE52AE75C06}" type="presOf" srcId="{593208D8-60B6-4AFF-A953-9FDFAD889DFC}" destId="{1AE294A3-A504-4977-B181-952344192730}" srcOrd="0" destOrd="0" presId="urn:microsoft.com/office/officeart/2005/8/layout/pyramid1"/>
    <dgm:cxn modelId="{C21825B0-9D48-43FD-9A81-0CABC87BE27A}" srcId="{339CB02C-65E6-48C9-BCA5-18B4EB1392B3}" destId="{3DE5E786-F809-4247-AD40-8FEF62A4A9EA}" srcOrd="3" destOrd="0" parTransId="{60C13BBC-AE92-460E-B15C-0562D5C54390}" sibTransId="{BAB696F6-6580-4DFC-AB39-68E70DD188F7}"/>
    <dgm:cxn modelId="{CF823976-4991-440A-A7E4-666599DF01BC}" srcId="{339CB02C-65E6-48C9-BCA5-18B4EB1392B3}" destId="{593208D8-60B6-4AFF-A953-9FDFAD889DFC}" srcOrd="4" destOrd="0" parTransId="{78E11692-7C77-4D97-BAA2-17CE63BF7495}" sibTransId="{4EF0C5AE-F3AF-4F87-AB8E-F06F290C26D8}"/>
    <dgm:cxn modelId="{411884F9-621F-124D-80BB-0D4DADC03079}" type="presOf" srcId="{084754D1-5E6D-4429-965E-6CB43505F39C}" destId="{06F05BD5-B287-44AD-BAFF-FD26BDDFD74F}" srcOrd="0" destOrd="0" presId="urn:microsoft.com/office/officeart/2005/8/layout/pyramid1"/>
    <dgm:cxn modelId="{EAAA5C4D-EA31-4188-8C71-D3085AC87D8D}" srcId="{339CB02C-65E6-48C9-BCA5-18B4EB1392B3}" destId="{E20CB616-D35F-46AB-8855-94D389C802ED}" srcOrd="0" destOrd="0" parTransId="{445072BB-48F8-4DBF-A76F-EFB68CA30FFD}" sibTransId="{D2283D89-2401-42AE-BDA3-A84551DCAAC8}"/>
    <dgm:cxn modelId="{105ABCB4-6876-5645-A17A-11A4F845205C}" type="presOf" srcId="{E20CB616-D35F-46AB-8855-94D389C802ED}" destId="{C696FF77-C75F-473D-A090-2ABBF3269BE6}" srcOrd="1" destOrd="0" presId="urn:microsoft.com/office/officeart/2005/8/layout/pyramid1"/>
    <dgm:cxn modelId="{C39F4644-F45B-4A43-82A4-F18FDBFBB88E}" srcId="{339CB02C-65E6-48C9-BCA5-18B4EB1392B3}" destId="{9F4A98A8-B13C-47D2-B519-79D801D79290}" srcOrd="1" destOrd="0" parTransId="{CF84770A-BFFA-493F-9846-9DA67F163DAE}" sibTransId="{5B9E0F0D-5A95-4126-B400-5449A37F9794}"/>
    <dgm:cxn modelId="{19434599-5C88-E149-99BD-7C6DF65193A9}" type="presOf" srcId="{9F4A98A8-B13C-47D2-B519-79D801D79290}" destId="{BBC18928-E814-40BA-8ACB-3FF0DEACFE97}" srcOrd="1" destOrd="0" presId="urn:microsoft.com/office/officeart/2005/8/layout/pyramid1"/>
    <dgm:cxn modelId="{D474790B-229F-CC46-8C7B-E57031BF6F5F}" type="presOf" srcId="{084754D1-5E6D-4429-965E-6CB43505F39C}" destId="{9DB0E1CE-7F46-4A8A-BA96-1F09FFA1F616}" srcOrd="1" destOrd="0" presId="urn:microsoft.com/office/officeart/2005/8/layout/pyramid1"/>
    <dgm:cxn modelId="{8FD9A4D8-091E-3644-A212-1F7BB9ACA582}" type="presOf" srcId="{3DE5E786-F809-4247-AD40-8FEF62A4A9EA}" destId="{BB91C029-1FBE-4F78-9D41-786851E20679}" srcOrd="1" destOrd="0" presId="urn:microsoft.com/office/officeart/2005/8/layout/pyramid1"/>
    <dgm:cxn modelId="{6A626B23-D355-5140-BC64-2C5B70D4B95B}" type="presParOf" srcId="{7BA7FDF4-974A-47D8-82E5-9A7EAB6C2ACF}" destId="{DDB26C37-8EE3-4ABB-925B-67893D8E26CF}" srcOrd="0" destOrd="0" presId="urn:microsoft.com/office/officeart/2005/8/layout/pyramid1"/>
    <dgm:cxn modelId="{449C6504-4B54-EC4E-8EFD-5CFF6CE4E187}" type="presParOf" srcId="{DDB26C37-8EE3-4ABB-925B-67893D8E26CF}" destId="{16075431-365B-4716-A260-695A14F2179A}" srcOrd="0" destOrd="0" presId="urn:microsoft.com/office/officeart/2005/8/layout/pyramid1"/>
    <dgm:cxn modelId="{117980BE-67E1-D14B-A784-89D4EA8AE54F}" type="presParOf" srcId="{DDB26C37-8EE3-4ABB-925B-67893D8E26CF}" destId="{C696FF77-C75F-473D-A090-2ABBF3269BE6}" srcOrd="1" destOrd="0" presId="urn:microsoft.com/office/officeart/2005/8/layout/pyramid1"/>
    <dgm:cxn modelId="{EE04147F-CFD3-B44E-9D75-C8943C18969C}" type="presParOf" srcId="{7BA7FDF4-974A-47D8-82E5-9A7EAB6C2ACF}" destId="{C42D4057-C82B-489D-9F34-385FE87FE426}" srcOrd="1" destOrd="0" presId="urn:microsoft.com/office/officeart/2005/8/layout/pyramid1"/>
    <dgm:cxn modelId="{91B8F626-3C84-1647-9F51-625250348089}" type="presParOf" srcId="{C42D4057-C82B-489D-9F34-385FE87FE426}" destId="{AAFE010D-CF28-475C-A306-F0E99557A783}" srcOrd="0" destOrd="0" presId="urn:microsoft.com/office/officeart/2005/8/layout/pyramid1"/>
    <dgm:cxn modelId="{4F8D20C0-BEEC-2041-8CCC-550797D41083}" type="presParOf" srcId="{C42D4057-C82B-489D-9F34-385FE87FE426}" destId="{BBC18928-E814-40BA-8ACB-3FF0DEACFE97}" srcOrd="1" destOrd="0" presId="urn:microsoft.com/office/officeart/2005/8/layout/pyramid1"/>
    <dgm:cxn modelId="{CC6CFF24-FEAA-ED45-A307-DBE55A0324BD}" type="presParOf" srcId="{7BA7FDF4-974A-47D8-82E5-9A7EAB6C2ACF}" destId="{1A488D4B-C5AF-437D-B62A-E6062AB95630}" srcOrd="2" destOrd="0" presId="urn:microsoft.com/office/officeart/2005/8/layout/pyramid1"/>
    <dgm:cxn modelId="{BFD1407E-63E2-1242-9CBC-17DFBA065A2B}" type="presParOf" srcId="{1A488D4B-C5AF-437D-B62A-E6062AB95630}" destId="{06F05BD5-B287-44AD-BAFF-FD26BDDFD74F}" srcOrd="0" destOrd="0" presId="urn:microsoft.com/office/officeart/2005/8/layout/pyramid1"/>
    <dgm:cxn modelId="{8A1DD915-3ADB-824B-B073-F7CEB223E277}" type="presParOf" srcId="{1A488D4B-C5AF-437D-B62A-E6062AB95630}" destId="{9DB0E1CE-7F46-4A8A-BA96-1F09FFA1F616}" srcOrd="1" destOrd="0" presId="urn:microsoft.com/office/officeart/2005/8/layout/pyramid1"/>
    <dgm:cxn modelId="{EF5FB39D-0135-584B-BE22-B498FBAFE419}" type="presParOf" srcId="{7BA7FDF4-974A-47D8-82E5-9A7EAB6C2ACF}" destId="{359410BB-AED8-4BBF-9425-F0296DEBD6DD}" srcOrd="3" destOrd="0" presId="urn:microsoft.com/office/officeart/2005/8/layout/pyramid1"/>
    <dgm:cxn modelId="{1DB7E842-0977-6D43-AA94-E46464A67F9E}" type="presParOf" srcId="{359410BB-AED8-4BBF-9425-F0296DEBD6DD}" destId="{CDF8E1AB-51EA-44CE-86B5-1506B5B83A1C}" srcOrd="0" destOrd="0" presId="urn:microsoft.com/office/officeart/2005/8/layout/pyramid1"/>
    <dgm:cxn modelId="{1F9E8E96-0685-5940-A9B9-85CA41BA95D7}" type="presParOf" srcId="{359410BB-AED8-4BBF-9425-F0296DEBD6DD}" destId="{BB91C029-1FBE-4F78-9D41-786851E20679}" srcOrd="1" destOrd="0" presId="urn:microsoft.com/office/officeart/2005/8/layout/pyramid1"/>
    <dgm:cxn modelId="{0C9347BF-6339-5A48-97BA-CC71BF793C5B}" type="presParOf" srcId="{7BA7FDF4-974A-47D8-82E5-9A7EAB6C2ACF}" destId="{D8E07479-3A7C-47BB-83F8-89E2C487F763}" srcOrd="4" destOrd="0" presId="urn:microsoft.com/office/officeart/2005/8/layout/pyramid1"/>
    <dgm:cxn modelId="{F58D3687-377B-7B41-B1A1-5DBE62569C95}" type="presParOf" srcId="{D8E07479-3A7C-47BB-83F8-89E2C487F763}" destId="{1AE294A3-A504-4977-B181-952344192730}" srcOrd="0" destOrd="0" presId="urn:microsoft.com/office/officeart/2005/8/layout/pyramid1"/>
    <dgm:cxn modelId="{0EA56123-9617-E649-A236-549CDAB1A490}" type="presParOf" srcId="{D8E07479-3A7C-47BB-83F8-89E2C487F763}" destId="{75905CA4-2C46-4F30-B3C6-02E48A96A2AA}"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0C6B311-F2F7-46C7-BDEC-C13663C38BCC}" type="doc">
      <dgm:prSet loTypeId="urn:microsoft.com/office/officeart/2005/8/layout/vList4" loCatId="list" qsTypeId="urn:microsoft.com/office/officeart/2005/8/quickstyle/simple1" qsCatId="simple" csTypeId="urn:microsoft.com/office/officeart/2005/8/colors/colorful2" csCatId="colorful" phldr="1"/>
      <dgm:spPr/>
      <dgm:t>
        <a:bodyPr/>
        <a:lstStyle/>
        <a:p>
          <a:endParaRPr lang="es-MX"/>
        </a:p>
      </dgm:t>
    </dgm:pt>
    <dgm:pt modelId="{CD0677E1-7FB3-4A1E-91BA-9309E341B3A2}">
      <dgm:prSet phldrT="[Texto]"/>
      <dgm:spPr/>
      <dgm:t>
        <a:bodyPr/>
        <a:lstStyle/>
        <a:p>
          <a:r>
            <a:rPr lang="es-MX" dirty="0"/>
            <a:t>Gerencia de Ventas</a:t>
          </a:r>
        </a:p>
      </dgm:t>
    </dgm:pt>
    <dgm:pt modelId="{B35B18F0-9CC5-40F8-B605-F16FC4AA607E}" type="parTrans" cxnId="{960C5AB9-48DA-4FF7-975E-9038B7E2C73A}">
      <dgm:prSet/>
      <dgm:spPr/>
      <dgm:t>
        <a:bodyPr/>
        <a:lstStyle/>
        <a:p>
          <a:endParaRPr lang="es-MX"/>
        </a:p>
      </dgm:t>
    </dgm:pt>
    <dgm:pt modelId="{45AD1E97-901A-40C9-8BF6-6971A195AA9F}" type="sibTrans" cxnId="{960C5AB9-48DA-4FF7-975E-9038B7E2C73A}">
      <dgm:prSet/>
      <dgm:spPr/>
      <dgm:t>
        <a:bodyPr/>
        <a:lstStyle/>
        <a:p>
          <a:endParaRPr lang="es-MX"/>
        </a:p>
      </dgm:t>
    </dgm:pt>
    <dgm:pt modelId="{C1CF5141-D16C-4FA6-9F7A-DB2C068DAA74}">
      <dgm:prSet phldrT="[Texto]"/>
      <dgm:spPr/>
      <dgm:t>
        <a:bodyPr/>
        <a:lstStyle/>
        <a:p>
          <a:r>
            <a:rPr lang="es-MX" dirty="0"/>
            <a:t>Comunicación y promoción</a:t>
          </a:r>
        </a:p>
      </dgm:t>
    </dgm:pt>
    <dgm:pt modelId="{FD2B4694-3DA4-4D65-BBB4-BCF3ED7548E6}" type="parTrans" cxnId="{6813A365-E1D4-4F6A-B72E-CCD1E54A1DE5}">
      <dgm:prSet/>
      <dgm:spPr/>
      <dgm:t>
        <a:bodyPr/>
        <a:lstStyle/>
        <a:p>
          <a:endParaRPr lang="es-MX"/>
        </a:p>
      </dgm:t>
    </dgm:pt>
    <dgm:pt modelId="{17D315A7-3377-474C-87FF-F5DFA38FB86A}" type="sibTrans" cxnId="{6813A365-E1D4-4F6A-B72E-CCD1E54A1DE5}">
      <dgm:prSet/>
      <dgm:spPr/>
      <dgm:t>
        <a:bodyPr/>
        <a:lstStyle/>
        <a:p>
          <a:endParaRPr lang="es-MX"/>
        </a:p>
      </dgm:t>
    </dgm:pt>
    <dgm:pt modelId="{ED89D1A7-F648-4F4C-98FF-8B4DCEF57736}">
      <dgm:prSet phldrT="[Texto]"/>
      <dgm:spPr/>
      <dgm:t>
        <a:bodyPr/>
        <a:lstStyle/>
        <a:p>
          <a:r>
            <a:rPr lang="es-MX" dirty="0"/>
            <a:t>Metas y cumplimiento</a:t>
          </a:r>
        </a:p>
      </dgm:t>
    </dgm:pt>
    <dgm:pt modelId="{B81947C0-D9D5-497E-AD39-C5D857EF4C7E}" type="parTrans" cxnId="{2BF27CC4-2C37-4220-B0FE-3F98682F1235}">
      <dgm:prSet/>
      <dgm:spPr/>
      <dgm:t>
        <a:bodyPr/>
        <a:lstStyle/>
        <a:p>
          <a:endParaRPr lang="es-MX"/>
        </a:p>
      </dgm:t>
    </dgm:pt>
    <dgm:pt modelId="{71EE606B-74F4-4F32-8477-C6067E1BB9E5}" type="sibTrans" cxnId="{2BF27CC4-2C37-4220-B0FE-3F98682F1235}">
      <dgm:prSet/>
      <dgm:spPr/>
      <dgm:t>
        <a:bodyPr/>
        <a:lstStyle/>
        <a:p>
          <a:endParaRPr lang="es-MX"/>
        </a:p>
      </dgm:t>
    </dgm:pt>
    <dgm:pt modelId="{9F726634-807C-48E7-8B12-35392B21A90D}">
      <dgm:prSet phldrT="[Texto]"/>
      <dgm:spPr/>
      <dgm:t>
        <a:bodyPr/>
        <a:lstStyle/>
        <a:p>
          <a:r>
            <a:rPr lang="es-MX" dirty="0"/>
            <a:t>Emisión</a:t>
          </a:r>
        </a:p>
      </dgm:t>
    </dgm:pt>
    <dgm:pt modelId="{7012A038-728D-4999-8D2F-4920BF708ABB}" type="parTrans" cxnId="{D81BF7B5-BD24-446B-B816-75A230F7C895}">
      <dgm:prSet/>
      <dgm:spPr/>
      <dgm:t>
        <a:bodyPr/>
        <a:lstStyle/>
        <a:p>
          <a:endParaRPr lang="es-MX"/>
        </a:p>
      </dgm:t>
    </dgm:pt>
    <dgm:pt modelId="{09D59F18-6A15-4478-A79C-DB6247B1CAB8}" type="sibTrans" cxnId="{D81BF7B5-BD24-446B-B816-75A230F7C895}">
      <dgm:prSet/>
      <dgm:spPr/>
      <dgm:t>
        <a:bodyPr/>
        <a:lstStyle/>
        <a:p>
          <a:endParaRPr lang="es-MX"/>
        </a:p>
      </dgm:t>
    </dgm:pt>
    <dgm:pt modelId="{EEE5488D-D7A8-4DBE-B89C-5D9AB8E9559E}">
      <dgm:prSet phldrT="[Texto]"/>
      <dgm:spPr/>
      <dgm:t>
        <a:bodyPr/>
        <a:lstStyle/>
        <a:p>
          <a:r>
            <a:rPr lang="es-MX" dirty="0"/>
            <a:t>Políticas de suscripción</a:t>
          </a:r>
        </a:p>
      </dgm:t>
    </dgm:pt>
    <dgm:pt modelId="{6FF92900-6934-4490-B6FC-345D82C9BA5B}" type="parTrans" cxnId="{ECAFCDE5-C311-4A29-8788-F408234B8CA1}">
      <dgm:prSet/>
      <dgm:spPr/>
      <dgm:t>
        <a:bodyPr/>
        <a:lstStyle/>
        <a:p>
          <a:endParaRPr lang="es-MX"/>
        </a:p>
      </dgm:t>
    </dgm:pt>
    <dgm:pt modelId="{5BB4AD9B-F59E-4901-B232-D3E342CFF54E}" type="sibTrans" cxnId="{ECAFCDE5-C311-4A29-8788-F408234B8CA1}">
      <dgm:prSet/>
      <dgm:spPr/>
      <dgm:t>
        <a:bodyPr/>
        <a:lstStyle/>
        <a:p>
          <a:endParaRPr lang="es-MX"/>
        </a:p>
      </dgm:t>
    </dgm:pt>
    <dgm:pt modelId="{93C9F645-4FDF-4ED2-ABBC-69BB0B6B88EC}">
      <dgm:prSet phldrT="[Texto]"/>
      <dgm:spPr/>
      <dgm:t>
        <a:bodyPr/>
        <a:lstStyle/>
        <a:p>
          <a:r>
            <a:rPr lang="es-MX" dirty="0"/>
            <a:t>Producción</a:t>
          </a:r>
        </a:p>
      </dgm:t>
    </dgm:pt>
    <dgm:pt modelId="{171C94E2-1E16-48D2-8E05-358025CA1499}" type="parTrans" cxnId="{4CAC9462-A477-4C92-8936-2A8A4B2FFA7F}">
      <dgm:prSet/>
      <dgm:spPr/>
      <dgm:t>
        <a:bodyPr/>
        <a:lstStyle/>
        <a:p>
          <a:endParaRPr lang="es-MX"/>
        </a:p>
      </dgm:t>
    </dgm:pt>
    <dgm:pt modelId="{5A03FF77-8168-43BD-B5D3-8AD8B05CAECE}" type="sibTrans" cxnId="{4CAC9462-A477-4C92-8936-2A8A4B2FFA7F}">
      <dgm:prSet/>
      <dgm:spPr/>
      <dgm:t>
        <a:bodyPr/>
        <a:lstStyle/>
        <a:p>
          <a:endParaRPr lang="es-MX"/>
        </a:p>
      </dgm:t>
    </dgm:pt>
    <dgm:pt modelId="{D8F54AB4-3DCC-4228-9C42-FB2EC1BB3658}">
      <dgm:prSet phldrT="[Texto]"/>
      <dgm:spPr/>
      <dgm:t>
        <a:bodyPr/>
        <a:lstStyle/>
        <a:p>
          <a:r>
            <a:rPr lang="es-MX" dirty="0"/>
            <a:t>Siniestros</a:t>
          </a:r>
        </a:p>
      </dgm:t>
    </dgm:pt>
    <dgm:pt modelId="{8B9C5BE7-6D3C-42DB-8153-C2623D256945}" type="parTrans" cxnId="{5BF42F26-B14D-4DA9-B7C1-41FDFD83111B}">
      <dgm:prSet/>
      <dgm:spPr/>
      <dgm:t>
        <a:bodyPr/>
        <a:lstStyle/>
        <a:p>
          <a:endParaRPr lang="es-MX"/>
        </a:p>
      </dgm:t>
    </dgm:pt>
    <dgm:pt modelId="{FE165C5B-8573-42BE-A6C8-2CFFBA4C86DE}" type="sibTrans" cxnId="{5BF42F26-B14D-4DA9-B7C1-41FDFD83111B}">
      <dgm:prSet/>
      <dgm:spPr/>
      <dgm:t>
        <a:bodyPr/>
        <a:lstStyle/>
        <a:p>
          <a:endParaRPr lang="es-MX"/>
        </a:p>
      </dgm:t>
    </dgm:pt>
    <dgm:pt modelId="{EDD8CCF2-71DD-48BA-932D-075E220972E3}">
      <dgm:prSet phldrT="[Texto]"/>
      <dgm:spPr/>
      <dgm:t>
        <a:bodyPr/>
        <a:lstStyle/>
        <a:p>
          <a:r>
            <a:rPr lang="es-MX" dirty="0"/>
            <a:t>Conocimiento de Coberturas</a:t>
          </a:r>
        </a:p>
      </dgm:t>
    </dgm:pt>
    <dgm:pt modelId="{AE7721B8-8798-4496-AD0A-012D6835B0A8}" type="parTrans" cxnId="{D8E23FC6-DC5F-4DE5-BB8C-F71902C014A7}">
      <dgm:prSet/>
      <dgm:spPr/>
      <dgm:t>
        <a:bodyPr/>
        <a:lstStyle/>
        <a:p>
          <a:endParaRPr lang="es-MX"/>
        </a:p>
      </dgm:t>
    </dgm:pt>
    <dgm:pt modelId="{71F23ABF-EADE-4B0F-8133-47C76E3CAB3C}" type="sibTrans" cxnId="{D8E23FC6-DC5F-4DE5-BB8C-F71902C014A7}">
      <dgm:prSet/>
      <dgm:spPr/>
      <dgm:t>
        <a:bodyPr/>
        <a:lstStyle/>
        <a:p>
          <a:endParaRPr lang="es-MX"/>
        </a:p>
      </dgm:t>
    </dgm:pt>
    <dgm:pt modelId="{2267FAFD-F5C0-46C4-A5D5-3148CA13335C}">
      <dgm:prSet phldrT="[Texto]"/>
      <dgm:spPr/>
      <dgm:t>
        <a:bodyPr/>
        <a:lstStyle/>
        <a:p>
          <a:r>
            <a:rPr lang="es-MX" dirty="0"/>
            <a:t>Procedimientos de indemnización</a:t>
          </a:r>
        </a:p>
      </dgm:t>
    </dgm:pt>
    <dgm:pt modelId="{1CCD6BF8-6504-426E-B1AA-284871E1B25F}" type="parTrans" cxnId="{8B1CA9DC-2F4C-4BEB-B475-B356E3C8E17C}">
      <dgm:prSet/>
      <dgm:spPr/>
      <dgm:t>
        <a:bodyPr/>
        <a:lstStyle/>
        <a:p>
          <a:endParaRPr lang="es-MX"/>
        </a:p>
      </dgm:t>
    </dgm:pt>
    <dgm:pt modelId="{E7F3D601-BAE5-4A65-91EF-9EE298B8B567}" type="sibTrans" cxnId="{8B1CA9DC-2F4C-4BEB-B475-B356E3C8E17C}">
      <dgm:prSet/>
      <dgm:spPr/>
      <dgm:t>
        <a:bodyPr/>
        <a:lstStyle/>
        <a:p>
          <a:endParaRPr lang="es-MX"/>
        </a:p>
      </dgm:t>
    </dgm:pt>
    <dgm:pt modelId="{24FA4E9F-BDDA-49BF-9662-C3F29A983291}" type="pres">
      <dgm:prSet presAssocID="{F0C6B311-F2F7-46C7-BDEC-C13663C38BCC}" presName="linear" presStyleCnt="0">
        <dgm:presLayoutVars>
          <dgm:dir/>
          <dgm:resizeHandles val="exact"/>
        </dgm:presLayoutVars>
      </dgm:prSet>
      <dgm:spPr/>
      <dgm:t>
        <a:bodyPr/>
        <a:lstStyle/>
        <a:p>
          <a:endParaRPr lang="es-MX"/>
        </a:p>
      </dgm:t>
    </dgm:pt>
    <dgm:pt modelId="{619A6C87-9F8C-48AD-869D-B06A09FED25C}" type="pres">
      <dgm:prSet presAssocID="{CD0677E1-7FB3-4A1E-91BA-9309E341B3A2}" presName="comp" presStyleCnt="0"/>
      <dgm:spPr/>
    </dgm:pt>
    <dgm:pt modelId="{2BCC0DBE-F0D4-4D8D-BEF5-F1BF3D2FF7EE}" type="pres">
      <dgm:prSet presAssocID="{CD0677E1-7FB3-4A1E-91BA-9309E341B3A2}" presName="box" presStyleLbl="node1" presStyleIdx="0" presStyleCnt="3" custLinFactNeighborY="3301"/>
      <dgm:spPr/>
      <dgm:t>
        <a:bodyPr/>
        <a:lstStyle/>
        <a:p>
          <a:endParaRPr lang="es-MX"/>
        </a:p>
      </dgm:t>
    </dgm:pt>
    <dgm:pt modelId="{EA111EEB-FB81-4B21-BB04-1DDC6B2DE51B}" type="pres">
      <dgm:prSet presAssocID="{CD0677E1-7FB3-4A1E-91BA-9309E341B3A2}" presName="img" presStyleLbl="fgImgPlace1" presStyleIdx="0" presStyleCnt="3" custScaleX="68325" custLinFactNeighborX="-4510"/>
      <dgm:spPr>
        <a:blipFill>
          <a:blip xmlns:r="http://schemas.openxmlformats.org/officeDocument/2006/relationships" r:embed="rId1">
            <a:extLst>
              <a:ext uri="{28A0092B-C50C-407E-A947-70E740481C1C}">
                <a14:useLocalDpi xmlns:a14="http://schemas.microsoft.com/office/drawing/2010/main" val="0"/>
              </a:ext>
            </a:extLst>
          </a:blip>
          <a:srcRect/>
          <a:stretch>
            <a:fillRect l="-69000" r="-69000"/>
          </a:stretch>
        </a:blipFill>
      </dgm:spPr>
    </dgm:pt>
    <dgm:pt modelId="{02362DED-F79A-4143-95BC-BEC15BD67B92}" type="pres">
      <dgm:prSet presAssocID="{CD0677E1-7FB3-4A1E-91BA-9309E341B3A2}" presName="text" presStyleLbl="node1" presStyleIdx="0" presStyleCnt="3">
        <dgm:presLayoutVars>
          <dgm:bulletEnabled val="1"/>
        </dgm:presLayoutVars>
      </dgm:prSet>
      <dgm:spPr/>
      <dgm:t>
        <a:bodyPr/>
        <a:lstStyle/>
        <a:p>
          <a:endParaRPr lang="es-MX"/>
        </a:p>
      </dgm:t>
    </dgm:pt>
    <dgm:pt modelId="{C273B889-C65D-44D5-B206-11A293E4DA64}" type="pres">
      <dgm:prSet presAssocID="{45AD1E97-901A-40C9-8BF6-6971A195AA9F}" presName="spacer" presStyleCnt="0"/>
      <dgm:spPr/>
    </dgm:pt>
    <dgm:pt modelId="{A249E9C6-A743-4F6F-B8C4-3D92949B4701}" type="pres">
      <dgm:prSet presAssocID="{9F726634-807C-48E7-8B12-35392B21A90D}" presName="comp" presStyleCnt="0"/>
      <dgm:spPr/>
    </dgm:pt>
    <dgm:pt modelId="{77F735FE-2A24-4E74-80EB-9A4229F7DAA4}" type="pres">
      <dgm:prSet presAssocID="{9F726634-807C-48E7-8B12-35392B21A90D}" presName="box" presStyleLbl="node1" presStyleIdx="1" presStyleCnt="3"/>
      <dgm:spPr/>
      <dgm:t>
        <a:bodyPr/>
        <a:lstStyle/>
        <a:p>
          <a:endParaRPr lang="es-MX"/>
        </a:p>
      </dgm:t>
    </dgm:pt>
    <dgm:pt modelId="{4157D201-6AB1-4E2C-8768-3BBDE7FE1E62}" type="pres">
      <dgm:prSet presAssocID="{9F726634-807C-48E7-8B12-35392B21A90D}" presName="img" presStyleLbl="fgImgPlace1" presStyleIdx="1" presStyleCnt="3" custScaleX="71117"/>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t="-15000" b="-15000"/>
          </a:stretch>
        </a:blipFill>
      </dgm:spPr>
    </dgm:pt>
    <dgm:pt modelId="{36EC7D9B-382B-40CD-AB77-F1CFD5CC1480}" type="pres">
      <dgm:prSet presAssocID="{9F726634-807C-48E7-8B12-35392B21A90D}" presName="text" presStyleLbl="node1" presStyleIdx="1" presStyleCnt="3">
        <dgm:presLayoutVars>
          <dgm:bulletEnabled val="1"/>
        </dgm:presLayoutVars>
      </dgm:prSet>
      <dgm:spPr/>
      <dgm:t>
        <a:bodyPr/>
        <a:lstStyle/>
        <a:p>
          <a:endParaRPr lang="es-MX"/>
        </a:p>
      </dgm:t>
    </dgm:pt>
    <dgm:pt modelId="{0144E7E2-F085-4062-80F5-B1249B74DF5A}" type="pres">
      <dgm:prSet presAssocID="{09D59F18-6A15-4478-A79C-DB6247B1CAB8}" presName="spacer" presStyleCnt="0"/>
      <dgm:spPr/>
    </dgm:pt>
    <dgm:pt modelId="{664EA24D-F144-4ED3-B9AD-DA6BA4BABC25}" type="pres">
      <dgm:prSet presAssocID="{D8F54AB4-3DCC-4228-9C42-FB2EC1BB3658}" presName="comp" presStyleCnt="0"/>
      <dgm:spPr/>
    </dgm:pt>
    <dgm:pt modelId="{54CB3E08-84B4-4D79-B090-F1590D3315E3}" type="pres">
      <dgm:prSet presAssocID="{D8F54AB4-3DCC-4228-9C42-FB2EC1BB3658}" presName="box" presStyleLbl="node1" presStyleIdx="2" presStyleCnt="3"/>
      <dgm:spPr/>
      <dgm:t>
        <a:bodyPr/>
        <a:lstStyle/>
        <a:p>
          <a:endParaRPr lang="es-MX"/>
        </a:p>
      </dgm:t>
    </dgm:pt>
    <dgm:pt modelId="{F728D1E9-DDB1-443B-BC37-200F6BDF91A0}" type="pres">
      <dgm:prSet presAssocID="{D8F54AB4-3DCC-4228-9C42-FB2EC1BB3658}" presName="img" presStyleLbl="fgImgPlace1" presStyleIdx="2" presStyleCnt="3" custScaleX="71117"/>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t="-46000" b="-46000"/>
          </a:stretch>
        </a:blipFill>
      </dgm:spPr>
    </dgm:pt>
    <dgm:pt modelId="{CA6378CE-C3CD-408E-9A33-C16D778D20BC}" type="pres">
      <dgm:prSet presAssocID="{D8F54AB4-3DCC-4228-9C42-FB2EC1BB3658}" presName="text" presStyleLbl="node1" presStyleIdx="2" presStyleCnt="3">
        <dgm:presLayoutVars>
          <dgm:bulletEnabled val="1"/>
        </dgm:presLayoutVars>
      </dgm:prSet>
      <dgm:spPr/>
      <dgm:t>
        <a:bodyPr/>
        <a:lstStyle/>
        <a:p>
          <a:endParaRPr lang="es-MX"/>
        </a:p>
      </dgm:t>
    </dgm:pt>
  </dgm:ptLst>
  <dgm:cxnLst>
    <dgm:cxn modelId="{8B1CA9DC-2F4C-4BEB-B475-B356E3C8E17C}" srcId="{D8F54AB4-3DCC-4228-9C42-FB2EC1BB3658}" destId="{2267FAFD-F5C0-46C4-A5D5-3148CA13335C}" srcOrd="1" destOrd="0" parTransId="{1CCD6BF8-6504-426E-B1AA-284871E1B25F}" sibTransId="{E7F3D601-BAE5-4A65-91EF-9EE298B8B567}"/>
    <dgm:cxn modelId="{9B2F47F8-3BD4-BA47-A4AF-EFCF2E00C2DD}" type="presOf" srcId="{2267FAFD-F5C0-46C4-A5D5-3148CA13335C}" destId="{54CB3E08-84B4-4D79-B090-F1590D3315E3}" srcOrd="0" destOrd="2" presId="urn:microsoft.com/office/officeart/2005/8/layout/vList4"/>
    <dgm:cxn modelId="{673D385B-B411-914A-928F-5424296FF797}" type="presOf" srcId="{93C9F645-4FDF-4ED2-ABBC-69BB0B6B88EC}" destId="{36EC7D9B-382B-40CD-AB77-F1CFD5CC1480}" srcOrd="1" destOrd="2" presId="urn:microsoft.com/office/officeart/2005/8/layout/vList4"/>
    <dgm:cxn modelId="{71DDA384-EAAC-C34B-AAB5-7620184AD005}" type="presOf" srcId="{9F726634-807C-48E7-8B12-35392B21A90D}" destId="{36EC7D9B-382B-40CD-AB77-F1CFD5CC1480}" srcOrd="1" destOrd="0" presId="urn:microsoft.com/office/officeart/2005/8/layout/vList4"/>
    <dgm:cxn modelId="{D81BF7B5-BD24-446B-B816-75A230F7C895}" srcId="{F0C6B311-F2F7-46C7-BDEC-C13663C38BCC}" destId="{9F726634-807C-48E7-8B12-35392B21A90D}" srcOrd="1" destOrd="0" parTransId="{7012A038-728D-4999-8D2F-4920BF708ABB}" sibTransId="{09D59F18-6A15-4478-A79C-DB6247B1CAB8}"/>
    <dgm:cxn modelId="{C14AA4F5-AC9B-1044-A1A9-0A2837E97D98}" type="presOf" srcId="{EDD8CCF2-71DD-48BA-932D-075E220972E3}" destId="{54CB3E08-84B4-4D79-B090-F1590D3315E3}" srcOrd="0" destOrd="1" presId="urn:microsoft.com/office/officeart/2005/8/layout/vList4"/>
    <dgm:cxn modelId="{12FCEEAF-6AA6-1540-AB6A-D28FF8853FA9}" type="presOf" srcId="{F0C6B311-F2F7-46C7-BDEC-C13663C38BCC}" destId="{24FA4E9F-BDDA-49BF-9662-C3F29A983291}" srcOrd="0" destOrd="0" presId="urn:microsoft.com/office/officeart/2005/8/layout/vList4"/>
    <dgm:cxn modelId="{B6081CC2-7626-594E-BFDF-AF10CE6B53FA}" type="presOf" srcId="{9F726634-807C-48E7-8B12-35392B21A90D}" destId="{77F735FE-2A24-4E74-80EB-9A4229F7DAA4}" srcOrd="0" destOrd="0" presId="urn:microsoft.com/office/officeart/2005/8/layout/vList4"/>
    <dgm:cxn modelId="{500267F1-006D-DF40-8504-28DC8A15E3BA}" type="presOf" srcId="{93C9F645-4FDF-4ED2-ABBC-69BB0B6B88EC}" destId="{77F735FE-2A24-4E74-80EB-9A4229F7DAA4}" srcOrd="0" destOrd="2" presId="urn:microsoft.com/office/officeart/2005/8/layout/vList4"/>
    <dgm:cxn modelId="{6F5982C4-E770-CC4E-8DC6-83448EB8D994}" type="presOf" srcId="{EEE5488D-D7A8-4DBE-B89C-5D9AB8E9559E}" destId="{36EC7D9B-382B-40CD-AB77-F1CFD5CC1480}" srcOrd="1" destOrd="1" presId="urn:microsoft.com/office/officeart/2005/8/layout/vList4"/>
    <dgm:cxn modelId="{65E0B598-8D03-E947-8F43-63DCBE66D438}" type="presOf" srcId="{CD0677E1-7FB3-4A1E-91BA-9309E341B3A2}" destId="{2BCC0DBE-F0D4-4D8D-BEF5-F1BF3D2FF7EE}" srcOrd="0" destOrd="0" presId="urn:microsoft.com/office/officeart/2005/8/layout/vList4"/>
    <dgm:cxn modelId="{ECAFCDE5-C311-4A29-8788-F408234B8CA1}" srcId="{9F726634-807C-48E7-8B12-35392B21A90D}" destId="{EEE5488D-D7A8-4DBE-B89C-5D9AB8E9559E}" srcOrd="0" destOrd="0" parTransId="{6FF92900-6934-4490-B6FC-345D82C9BA5B}" sibTransId="{5BB4AD9B-F59E-4901-B232-D3E342CFF54E}"/>
    <dgm:cxn modelId="{6813A365-E1D4-4F6A-B72E-CCD1E54A1DE5}" srcId="{CD0677E1-7FB3-4A1E-91BA-9309E341B3A2}" destId="{C1CF5141-D16C-4FA6-9F7A-DB2C068DAA74}" srcOrd="0" destOrd="0" parTransId="{FD2B4694-3DA4-4D65-BBB4-BCF3ED7548E6}" sibTransId="{17D315A7-3377-474C-87FF-F5DFA38FB86A}"/>
    <dgm:cxn modelId="{9A0E7455-AC80-DA44-AC45-44D4E6E07D9F}" type="presOf" srcId="{C1CF5141-D16C-4FA6-9F7A-DB2C068DAA74}" destId="{02362DED-F79A-4143-95BC-BEC15BD67B92}" srcOrd="1" destOrd="1" presId="urn:microsoft.com/office/officeart/2005/8/layout/vList4"/>
    <dgm:cxn modelId="{4CAC9462-A477-4C92-8936-2A8A4B2FFA7F}" srcId="{9F726634-807C-48E7-8B12-35392B21A90D}" destId="{93C9F645-4FDF-4ED2-ABBC-69BB0B6B88EC}" srcOrd="1" destOrd="0" parTransId="{171C94E2-1E16-48D2-8E05-358025CA1499}" sibTransId="{5A03FF77-8168-43BD-B5D3-8AD8B05CAECE}"/>
    <dgm:cxn modelId="{5F5B64B3-724F-8A4E-A69D-3D23F8E9A146}" type="presOf" srcId="{D8F54AB4-3DCC-4228-9C42-FB2EC1BB3658}" destId="{CA6378CE-C3CD-408E-9A33-C16D778D20BC}" srcOrd="1" destOrd="0" presId="urn:microsoft.com/office/officeart/2005/8/layout/vList4"/>
    <dgm:cxn modelId="{2BF27CC4-2C37-4220-B0FE-3F98682F1235}" srcId="{CD0677E1-7FB3-4A1E-91BA-9309E341B3A2}" destId="{ED89D1A7-F648-4F4C-98FF-8B4DCEF57736}" srcOrd="1" destOrd="0" parTransId="{B81947C0-D9D5-497E-AD39-C5D857EF4C7E}" sibTransId="{71EE606B-74F4-4F32-8477-C6067E1BB9E5}"/>
    <dgm:cxn modelId="{960C5AB9-48DA-4FF7-975E-9038B7E2C73A}" srcId="{F0C6B311-F2F7-46C7-BDEC-C13663C38BCC}" destId="{CD0677E1-7FB3-4A1E-91BA-9309E341B3A2}" srcOrd="0" destOrd="0" parTransId="{B35B18F0-9CC5-40F8-B605-F16FC4AA607E}" sibTransId="{45AD1E97-901A-40C9-8BF6-6971A195AA9F}"/>
    <dgm:cxn modelId="{E73189DF-E1B8-B04E-B44A-B0F9FC87FE0F}" type="presOf" srcId="{EEE5488D-D7A8-4DBE-B89C-5D9AB8E9559E}" destId="{77F735FE-2A24-4E74-80EB-9A4229F7DAA4}" srcOrd="0" destOrd="1" presId="urn:microsoft.com/office/officeart/2005/8/layout/vList4"/>
    <dgm:cxn modelId="{5BF42F26-B14D-4DA9-B7C1-41FDFD83111B}" srcId="{F0C6B311-F2F7-46C7-BDEC-C13663C38BCC}" destId="{D8F54AB4-3DCC-4228-9C42-FB2EC1BB3658}" srcOrd="2" destOrd="0" parTransId="{8B9C5BE7-6D3C-42DB-8153-C2623D256945}" sibTransId="{FE165C5B-8573-42BE-A6C8-2CFFBA4C86DE}"/>
    <dgm:cxn modelId="{28D9F607-0C5B-8347-AE39-75384CBE8FBC}" type="presOf" srcId="{ED89D1A7-F648-4F4C-98FF-8B4DCEF57736}" destId="{02362DED-F79A-4143-95BC-BEC15BD67B92}" srcOrd="1" destOrd="2" presId="urn:microsoft.com/office/officeart/2005/8/layout/vList4"/>
    <dgm:cxn modelId="{ECA12761-EDDF-6E46-9EF5-8A312DBBF89A}" type="presOf" srcId="{CD0677E1-7FB3-4A1E-91BA-9309E341B3A2}" destId="{02362DED-F79A-4143-95BC-BEC15BD67B92}" srcOrd="1" destOrd="0" presId="urn:microsoft.com/office/officeart/2005/8/layout/vList4"/>
    <dgm:cxn modelId="{D8E23FC6-DC5F-4DE5-BB8C-F71902C014A7}" srcId="{D8F54AB4-3DCC-4228-9C42-FB2EC1BB3658}" destId="{EDD8CCF2-71DD-48BA-932D-075E220972E3}" srcOrd="0" destOrd="0" parTransId="{AE7721B8-8798-4496-AD0A-012D6835B0A8}" sibTransId="{71F23ABF-EADE-4B0F-8133-47C76E3CAB3C}"/>
    <dgm:cxn modelId="{A56906FC-B2A9-1642-AC10-7A4D57789F9E}" type="presOf" srcId="{C1CF5141-D16C-4FA6-9F7A-DB2C068DAA74}" destId="{2BCC0DBE-F0D4-4D8D-BEF5-F1BF3D2FF7EE}" srcOrd="0" destOrd="1" presId="urn:microsoft.com/office/officeart/2005/8/layout/vList4"/>
    <dgm:cxn modelId="{AD17E7C1-AAEB-CD4B-8BC9-245EA7C95E17}" type="presOf" srcId="{2267FAFD-F5C0-46C4-A5D5-3148CA13335C}" destId="{CA6378CE-C3CD-408E-9A33-C16D778D20BC}" srcOrd="1" destOrd="2" presId="urn:microsoft.com/office/officeart/2005/8/layout/vList4"/>
    <dgm:cxn modelId="{57550A6A-9FB0-5F4D-88D0-A562209D1502}" type="presOf" srcId="{ED89D1A7-F648-4F4C-98FF-8B4DCEF57736}" destId="{2BCC0DBE-F0D4-4D8D-BEF5-F1BF3D2FF7EE}" srcOrd="0" destOrd="2" presId="urn:microsoft.com/office/officeart/2005/8/layout/vList4"/>
    <dgm:cxn modelId="{6E65931E-0C88-3F41-B80F-F5A31792D261}" type="presOf" srcId="{EDD8CCF2-71DD-48BA-932D-075E220972E3}" destId="{CA6378CE-C3CD-408E-9A33-C16D778D20BC}" srcOrd="1" destOrd="1" presId="urn:microsoft.com/office/officeart/2005/8/layout/vList4"/>
    <dgm:cxn modelId="{B3C25EC3-AE9F-3146-BFA1-C7D8410449EC}" type="presOf" srcId="{D8F54AB4-3DCC-4228-9C42-FB2EC1BB3658}" destId="{54CB3E08-84B4-4D79-B090-F1590D3315E3}" srcOrd="0" destOrd="0" presId="urn:microsoft.com/office/officeart/2005/8/layout/vList4"/>
    <dgm:cxn modelId="{F4E23FA8-D929-BC49-B550-86200D5B7AB0}" type="presParOf" srcId="{24FA4E9F-BDDA-49BF-9662-C3F29A983291}" destId="{619A6C87-9F8C-48AD-869D-B06A09FED25C}" srcOrd="0" destOrd="0" presId="urn:microsoft.com/office/officeart/2005/8/layout/vList4"/>
    <dgm:cxn modelId="{A672DD0D-6F97-8B47-9326-0A670F48BD60}" type="presParOf" srcId="{619A6C87-9F8C-48AD-869D-B06A09FED25C}" destId="{2BCC0DBE-F0D4-4D8D-BEF5-F1BF3D2FF7EE}" srcOrd="0" destOrd="0" presId="urn:microsoft.com/office/officeart/2005/8/layout/vList4"/>
    <dgm:cxn modelId="{4E129629-074B-3640-BD64-9A644B88ACCD}" type="presParOf" srcId="{619A6C87-9F8C-48AD-869D-B06A09FED25C}" destId="{EA111EEB-FB81-4B21-BB04-1DDC6B2DE51B}" srcOrd="1" destOrd="0" presId="urn:microsoft.com/office/officeart/2005/8/layout/vList4"/>
    <dgm:cxn modelId="{3C18340A-A8E8-4746-9449-83E8F4D842BE}" type="presParOf" srcId="{619A6C87-9F8C-48AD-869D-B06A09FED25C}" destId="{02362DED-F79A-4143-95BC-BEC15BD67B92}" srcOrd="2" destOrd="0" presId="urn:microsoft.com/office/officeart/2005/8/layout/vList4"/>
    <dgm:cxn modelId="{F822F724-D969-5645-87A1-C3DC36CF9680}" type="presParOf" srcId="{24FA4E9F-BDDA-49BF-9662-C3F29A983291}" destId="{C273B889-C65D-44D5-B206-11A293E4DA64}" srcOrd="1" destOrd="0" presId="urn:microsoft.com/office/officeart/2005/8/layout/vList4"/>
    <dgm:cxn modelId="{2B50A173-7CF1-984B-BCD9-7A1767EAB08A}" type="presParOf" srcId="{24FA4E9F-BDDA-49BF-9662-C3F29A983291}" destId="{A249E9C6-A743-4F6F-B8C4-3D92949B4701}" srcOrd="2" destOrd="0" presId="urn:microsoft.com/office/officeart/2005/8/layout/vList4"/>
    <dgm:cxn modelId="{A0D5EE47-8CB6-3648-8CDA-12DCEA2A58AB}" type="presParOf" srcId="{A249E9C6-A743-4F6F-B8C4-3D92949B4701}" destId="{77F735FE-2A24-4E74-80EB-9A4229F7DAA4}" srcOrd="0" destOrd="0" presId="urn:microsoft.com/office/officeart/2005/8/layout/vList4"/>
    <dgm:cxn modelId="{63C2713A-BC25-8F42-8065-ED7C52EBC184}" type="presParOf" srcId="{A249E9C6-A743-4F6F-B8C4-3D92949B4701}" destId="{4157D201-6AB1-4E2C-8768-3BBDE7FE1E62}" srcOrd="1" destOrd="0" presId="urn:microsoft.com/office/officeart/2005/8/layout/vList4"/>
    <dgm:cxn modelId="{BB77534A-0C98-C741-B6D4-771C1B440C8C}" type="presParOf" srcId="{A249E9C6-A743-4F6F-B8C4-3D92949B4701}" destId="{36EC7D9B-382B-40CD-AB77-F1CFD5CC1480}" srcOrd="2" destOrd="0" presId="urn:microsoft.com/office/officeart/2005/8/layout/vList4"/>
    <dgm:cxn modelId="{16DF61EE-46B1-5643-9970-43075FE19C73}" type="presParOf" srcId="{24FA4E9F-BDDA-49BF-9662-C3F29A983291}" destId="{0144E7E2-F085-4062-80F5-B1249B74DF5A}" srcOrd="3" destOrd="0" presId="urn:microsoft.com/office/officeart/2005/8/layout/vList4"/>
    <dgm:cxn modelId="{73447391-9FE6-6A47-AE52-F06322288389}" type="presParOf" srcId="{24FA4E9F-BDDA-49BF-9662-C3F29A983291}" destId="{664EA24D-F144-4ED3-B9AD-DA6BA4BABC25}" srcOrd="4" destOrd="0" presId="urn:microsoft.com/office/officeart/2005/8/layout/vList4"/>
    <dgm:cxn modelId="{5B04F2DD-8C78-6A4D-A735-FDC81A8A53D1}" type="presParOf" srcId="{664EA24D-F144-4ED3-B9AD-DA6BA4BABC25}" destId="{54CB3E08-84B4-4D79-B090-F1590D3315E3}" srcOrd="0" destOrd="0" presId="urn:microsoft.com/office/officeart/2005/8/layout/vList4"/>
    <dgm:cxn modelId="{747082B0-6D3C-2540-BDF0-4AF277086E84}" type="presParOf" srcId="{664EA24D-F144-4ED3-B9AD-DA6BA4BABC25}" destId="{F728D1E9-DDB1-443B-BC37-200F6BDF91A0}" srcOrd="1" destOrd="0" presId="urn:microsoft.com/office/officeart/2005/8/layout/vList4"/>
    <dgm:cxn modelId="{B7D9A624-63DD-8A42-B97B-73C1A7F870EF}" type="presParOf" srcId="{664EA24D-F144-4ED3-B9AD-DA6BA4BABC25}" destId="{CA6378CE-C3CD-408E-9A33-C16D778D20BC}"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59C1CCC-CC07-45F3-BA82-CF8F32B4F3AA}" type="doc">
      <dgm:prSet loTypeId="urn:microsoft.com/office/officeart/2005/8/layout/hProcess7" loCatId="list" qsTypeId="urn:microsoft.com/office/officeart/2005/8/quickstyle/3d3" qsCatId="3D" csTypeId="urn:microsoft.com/office/officeart/2005/8/colors/colorful2" csCatId="colorful" phldr="1"/>
      <dgm:spPr/>
      <dgm:t>
        <a:bodyPr/>
        <a:lstStyle/>
        <a:p>
          <a:endParaRPr lang="es-MX"/>
        </a:p>
      </dgm:t>
    </dgm:pt>
    <dgm:pt modelId="{F0748298-73DF-456F-B8CD-5B71C5223717}">
      <dgm:prSet phldrT="[Texto]" custT="1"/>
      <dgm:spPr/>
      <dgm:t>
        <a:bodyPr/>
        <a:lstStyle/>
        <a:p>
          <a:r>
            <a:rPr lang="es-MX" sz="1800" dirty="0">
              <a:solidFill>
                <a:schemeClr val="accent6">
                  <a:lumMod val="50000"/>
                </a:schemeClr>
              </a:solidFill>
            </a:rPr>
            <a:t>Definición de:</a:t>
          </a:r>
        </a:p>
      </dgm:t>
    </dgm:pt>
    <dgm:pt modelId="{3E1808B7-0924-45F0-BD88-54BAE25E8CB8}" type="parTrans" cxnId="{CB8013B7-75C7-45C4-A7CF-472622BFB34C}">
      <dgm:prSet/>
      <dgm:spPr/>
      <dgm:t>
        <a:bodyPr/>
        <a:lstStyle/>
        <a:p>
          <a:endParaRPr lang="es-MX"/>
        </a:p>
      </dgm:t>
    </dgm:pt>
    <dgm:pt modelId="{B78DECAD-1CB6-402C-9DB3-5ED90CB0343C}" type="sibTrans" cxnId="{CB8013B7-75C7-45C4-A7CF-472622BFB34C}">
      <dgm:prSet/>
      <dgm:spPr/>
      <dgm:t>
        <a:bodyPr/>
        <a:lstStyle/>
        <a:p>
          <a:endParaRPr lang="es-MX"/>
        </a:p>
      </dgm:t>
    </dgm:pt>
    <dgm:pt modelId="{8A128C6D-A5DF-4B7D-B598-38F8C286B33E}">
      <dgm:prSet phldrT="[Texto]"/>
      <dgm:spPr/>
      <dgm:t>
        <a:bodyPr/>
        <a:lstStyle/>
        <a:p>
          <a:r>
            <a:rPr lang="es-MX" dirty="0">
              <a:solidFill>
                <a:schemeClr val="accent6">
                  <a:lumMod val="50000"/>
                </a:schemeClr>
              </a:solidFill>
            </a:rPr>
            <a:t>Coberturas</a:t>
          </a:r>
        </a:p>
      </dgm:t>
    </dgm:pt>
    <dgm:pt modelId="{56AEE4BD-544D-4C85-8790-59D48337FC10}" type="parTrans" cxnId="{4A6982F9-A71D-4DFD-B348-D780CA78B24D}">
      <dgm:prSet/>
      <dgm:spPr/>
      <dgm:t>
        <a:bodyPr/>
        <a:lstStyle/>
        <a:p>
          <a:endParaRPr lang="es-MX"/>
        </a:p>
      </dgm:t>
    </dgm:pt>
    <dgm:pt modelId="{B788B807-4621-4CC7-8A28-01C627557ED0}" type="sibTrans" cxnId="{4A6982F9-A71D-4DFD-B348-D780CA78B24D}">
      <dgm:prSet/>
      <dgm:spPr/>
      <dgm:t>
        <a:bodyPr/>
        <a:lstStyle/>
        <a:p>
          <a:endParaRPr lang="es-MX"/>
        </a:p>
      </dgm:t>
    </dgm:pt>
    <dgm:pt modelId="{03362DB5-9120-46FF-B65A-DFA5250F5098}">
      <dgm:prSet phldrT="[Texto]"/>
      <dgm:spPr/>
      <dgm:t>
        <a:bodyPr/>
        <a:lstStyle/>
        <a:p>
          <a:r>
            <a:rPr lang="es-MX" dirty="0">
              <a:solidFill>
                <a:schemeClr val="accent6">
                  <a:lumMod val="50000"/>
                </a:schemeClr>
              </a:solidFill>
            </a:rPr>
            <a:t>Elaboración de</a:t>
          </a:r>
        </a:p>
      </dgm:t>
    </dgm:pt>
    <dgm:pt modelId="{052B00CB-23E5-4DA7-B3B4-4E074BCB41A8}" type="parTrans" cxnId="{2531F3A6-9B92-4011-9F24-4A5125C95C4B}">
      <dgm:prSet/>
      <dgm:spPr/>
      <dgm:t>
        <a:bodyPr/>
        <a:lstStyle/>
        <a:p>
          <a:endParaRPr lang="es-MX"/>
        </a:p>
      </dgm:t>
    </dgm:pt>
    <dgm:pt modelId="{DCD9EF57-D7B3-42A2-A862-DEBA28142AA4}" type="sibTrans" cxnId="{2531F3A6-9B92-4011-9F24-4A5125C95C4B}">
      <dgm:prSet/>
      <dgm:spPr/>
      <dgm:t>
        <a:bodyPr/>
        <a:lstStyle/>
        <a:p>
          <a:endParaRPr lang="es-MX"/>
        </a:p>
      </dgm:t>
    </dgm:pt>
    <dgm:pt modelId="{FDD1BB0E-4484-4071-82A1-B191A8FC05BE}">
      <dgm:prSet phldrT="[Texto]"/>
      <dgm:spPr/>
      <dgm:t>
        <a:bodyPr/>
        <a:lstStyle/>
        <a:p>
          <a:r>
            <a:rPr lang="es-MX" dirty="0">
              <a:solidFill>
                <a:schemeClr val="accent6">
                  <a:lumMod val="50000"/>
                </a:schemeClr>
              </a:solidFill>
            </a:rPr>
            <a:t>Clausulado</a:t>
          </a:r>
        </a:p>
      </dgm:t>
    </dgm:pt>
    <dgm:pt modelId="{3A08B3ED-B30F-4346-A686-255A515DA39F}" type="parTrans" cxnId="{6692AA5C-2B2B-4C61-9EF6-BFD84C436E14}">
      <dgm:prSet/>
      <dgm:spPr/>
      <dgm:t>
        <a:bodyPr/>
        <a:lstStyle/>
        <a:p>
          <a:endParaRPr lang="es-MX"/>
        </a:p>
      </dgm:t>
    </dgm:pt>
    <dgm:pt modelId="{49A726C1-83BA-43FD-851F-F36FD9572738}" type="sibTrans" cxnId="{6692AA5C-2B2B-4C61-9EF6-BFD84C436E14}">
      <dgm:prSet/>
      <dgm:spPr/>
      <dgm:t>
        <a:bodyPr/>
        <a:lstStyle/>
        <a:p>
          <a:endParaRPr lang="es-MX"/>
        </a:p>
      </dgm:t>
    </dgm:pt>
    <dgm:pt modelId="{F601F22A-E2E5-4F75-8E08-DD8B439BAE90}">
      <dgm:prSet phldrT="[Texto]"/>
      <dgm:spPr/>
      <dgm:t>
        <a:bodyPr/>
        <a:lstStyle/>
        <a:p>
          <a:r>
            <a:rPr lang="es-MX" dirty="0">
              <a:solidFill>
                <a:schemeClr val="accent6">
                  <a:lumMod val="50000"/>
                </a:schemeClr>
              </a:solidFill>
            </a:rPr>
            <a:t>Adicionales.</a:t>
          </a:r>
        </a:p>
      </dgm:t>
    </dgm:pt>
    <dgm:pt modelId="{408860F6-0CB2-4D83-9275-F44106B933AB}" type="parTrans" cxnId="{B05635A5-80C0-43C0-97CA-C774C0766BFC}">
      <dgm:prSet/>
      <dgm:spPr/>
      <dgm:t>
        <a:bodyPr/>
        <a:lstStyle/>
        <a:p>
          <a:endParaRPr lang="es-MX"/>
        </a:p>
      </dgm:t>
    </dgm:pt>
    <dgm:pt modelId="{5CEACC39-34FA-4865-830D-9F8677E6B1F7}" type="sibTrans" cxnId="{B05635A5-80C0-43C0-97CA-C774C0766BFC}">
      <dgm:prSet/>
      <dgm:spPr/>
      <dgm:t>
        <a:bodyPr/>
        <a:lstStyle/>
        <a:p>
          <a:endParaRPr lang="es-MX"/>
        </a:p>
      </dgm:t>
    </dgm:pt>
    <dgm:pt modelId="{46D0D6E9-D0B8-47CA-A649-F7335FF890C0}">
      <dgm:prSet phldrT="[Texto]"/>
      <dgm:spPr/>
      <dgm:t>
        <a:bodyPr/>
        <a:lstStyle/>
        <a:p>
          <a:r>
            <a:rPr lang="es-MX" dirty="0">
              <a:solidFill>
                <a:schemeClr val="accent6">
                  <a:lumMod val="50000"/>
                </a:schemeClr>
              </a:solidFill>
            </a:rPr>
            <a:t>Principios Actuariales</a:t>
          </a:r>
        </a:p>
      </dgm:t>
    </dgm:pt>
    <dgm:pt modelId="{2CEF1626-6EF5-4261-BA13-9709C0290FFF}" type="parTrans" cxnId="{0FE3FCEF-CFB2-4C13-9E62-E07F71DF7F8C}">
      <dgm:prSet/>
      <dgm:spPr/>
      <dgm:t>
        <a:bodyPr/>
        <a:lstStyle/>
        <a:p>
          <a:endParaRPr lang="es-MX"/>
        </a:p>
      </dgm:t>
    </dgm:pt>
    <dgm:pt modelId="{958B6674-57A4-49FD-ABD5-7CFADF4AD680}" type="sibTrans" cxnId="{0FE3FCEF-CFB2-4C13-9E62-E07F71DF7F8C}">
      <dgm:prSet/>
      <dgm:spPr/>
      <dgm:t>
        <a:bodyPr/>
        <a:lstStyle/>
        <a:p>
          <a:endParaRPr lang="es-MX"/>
        </a:p>
      </dgm:t>
    </dgm:pt>
    <dgm:pt modelId="{9DE7A78F-C22C-40A7-B834-C5E36FD63E7E}">
      <dgm:prSet phldrT="[Texto]"/>
      <dgm:spPr/>
      <dgm:t>
        <a:bodyPr/>
        <a:lstStyle/>
        <a:p>
          <a:r>
            <a:rPr lang="es-MX" dirty="0">
              <a:solidFill>
                <a:schemeClr val="accent6">
                  <a:lumMod val="50000"/>
                </a:schemeClr>
              </a:solidFill>
            </a:rPr>
            <a:t>Definiciones.</a:t>
          </a:r>
        </a:p>
      </dgm:t>
    </dgm:pt>
    <dgm:pt modelId="{5E272C34-D52F-45AD-94DC-09B8CE1F1518}" type="parTrans" cxnId="{C4EEFC96-3792-4227-8570-37E995E70206}">
      <dgm:prSet/>
      <dgm:spPr/>
      <dgm:t>
        <a:bodyPr/>
        <a:lstStyle/>
        <a:p>
          <a:endParaRPr lang="es-MX"/>
        </a:p>
      </dgm:t>
    </dgm:pt>
    <dgm:pt modelId="{5F35AC6B-C7CE-4E46-A3D2-D2198C07FE19}" type="sibTrans" cxnId="{C4EEFC96-3792-4227-8570-37E995E70206}">
      <dgm:prSet/>
      <dgm:spPr/>
      <dgm:t>
        <a:bodyPr/>
        <a:lstStyle/>
        <a:p>
          <a:endParaRPr lang="es-MX"/>
        </a:p>
      </dgm:t>
    </dgm:pt>
    <dgm:pt modelId="{7B1BAF6E-7B08-43F1-ABF9-6347F4CB5820}">
      <dgm:prSet phldrT="[Texto]"/>
      <dgm:spPr/>
      <dgm:t>
        <a:bodyPr/>
        <a:lstStyle/>
        <a:p>
          <a:r>
            <a:rPr lang="es-MX" dirty="0">
              <a:solidFill>
                <a:schemeClr val="accent6">
                  <a:lumMod val="50000"/>
                </a:schemeClr>
              </a:solidFill>
            </a:rPr>
            <a:t>Derechos.</a:t>
          </a:r>
        </a:p>
      </dgm:t>
    </dgm:pt>
    <dgm:pt modelId="{35D7DAA0-7522-4A15-860F-4E9A217E5A1A}" type="parTrans" cxnId="{20BDA7C3-E423-4AB4-94DF-AC4C0F5703BA}">
      <dgm:prSet/>
      <dgm:spPr/>
      <dgm:t>
        <a:bodyPr/>
        <a:lstStyle/>
        <a:p>
          <a:endParaRPr lang="es-MX"/>
        </a:p>
      </dgm:t>
    </dgm:pt>
    <dgm:pt modelId="{ECC89E8D-0EDA-4D5A-BDFC-A66B40E183A1}" type="sibTrans" cxnId="{20BDA7C3-E423-4AB4-94DF-AC4C0F5703BA}">
      <dgm:prSet/>
      <dgm:spPr/>
      <dgm:t>
        <a:bodyPr/>
        <a:lstStyle/>
        <a:p>
          <a:endParaRPr lang="es-MX"/>
        </a:p>
      </dgm:t>
    </dgm:pt>
    <dgm:pt modelId="{04906041-B762-4C62-810C-F3FA8B36BFEE}">
      <dgm:prSet phldrT="[Texto]"/>
      <dgm:spPr/>
      <dgm:t>
        <a:bodyPr/>
        <a:lstStyle/>
        <a:p>
          <a:r>
            <a:rPr lang="es-MX" dirty="0">
              <a:solidFill>
                <a:schemeClr val="accent6">
                  <a:lumMod val="50000"/>
                </a:schemeClr>
              </a:solidFill>
            </a:rPr>
            <a:t>Obligaciones.</a:t>
          </a:r>
        </a:p>
      </dgm:t>
    </dgm:pt>
    <dgm:pt modelId="{13175EF6-FBA2-4532-A1D4-2709155F0FC8}" type="parTrans" cxnId="{11788344-55A1-4126-BC08-7BD209C4ECAD}">
      <dgm:prSet/>
      <dgm:spPr/>
      <dgm:t>
        <a:bodyPr/>
        <a:lstStyle/>
        <a:p>
          <a:endParaRPr lang="es-MX"/>
        </a:p>
      </dgm:t>
    </dgm:pt>
    <dgm:pt modelId="{86B346CC-1897-48A4-A2FE-A0A3683DB3BC}" type="sibTrans" cxnId="{11788344-55A1-4126-BC08-7BD209C4ECAD}">
      <dgm:prSet/>
      <dgm:spPr/>
      <dgm:t>
        <a:bodyPr/>
        <a:lstStyle/>
        <a:p>
          <a:endParaRPr lang="es-MX"/>
        </a:p>
      </dgm:t>
    </dgm:pt>
    <dgm:pt modelId="{BC3733D4-B9C6-440A-9383-85EC782043E8}">
      <dgm:prSet phldrT="[Texto]"/>
      <dgm:spPr/>
      <dgm:t>
        <a:bodyPr/>
        <a:lstStyle/>
        <a:p>
          <a:r>
            <a:rPr lang="es-MX" dirty="0">
              <a:solidFill>
                <a:schemeClr val="accent6">
                  <a:lumMod val="50000"/>
                </a:schemeClr>
              </a:solidFill>
            </a:rPr>
            <a:t>Básicas.</a:t>
          </a:r>
        </a:p>
      </dgm:t>
    </dgm:pt>
    <dgm:pt modelId="{3A6A9213-8DCB-48B8-8F74-5D36AA842B67}" type="parTrans" cxnId="{5962F230-E78D-4455-88DB-DBCE78A01BB2}">
      <dgm:prSet/>
      <dgm:spPr/>
      <dgm:t>
        <a:bodyPr/>
        <a:lstStyle/>
        <a:p>
          <a:endParaRPr lang="es-MX"/>
        </a:p>
      </dgm:t>
    </dgm:pt>
    <dgm:pt modelId="{986F465B-692F-40D2-85E9-14E1045F7D5B}" type="sibTrans" cxnId="{5962F230-E78D-4455-88DB-DBCE78A01BB2}">
      <dgm:prSet/>
      <dgm:spPr/>
      <dgm:t>
        <a:bodyPr/>
        <a:lstStyle/>
        <a:p>
          <a:endParaRPr lang="es-MX"/>
        </a:p>
      </dgm:t>
    </dgm:pt>
    <dgm:pt modelId="{D1285AC5-386C-42A0-94E1-8F79B6C4AC87}">
      <dgm:prSet phldrT="[Texto]"/>
      <dgm:spPr/>
      <dgm:t>
        <a:bodyPr/>
        <a:lstStyle/>
        <a:p>
          <a:r>
            <a:rPr lang="es-MX" dirty="0">
              <a:solidFill>
                <a:schemeClr val="accent6">
                  <a:lumMod val="50000"/>
                </a:schemeClr>
              </a:solidFill>
            </a:rPr>
            <a:t>Exclusiones</a:t>
          </a:r>
        </a:p>
      </dgm:t>
    </dgm:pt>
    <dgm:pt modelId="{D25116F1-F78C-41A6-9615-3822B871D39F}" type="parTrans" cxnId="{20ACE285-4EF8-4768-AE00-DCA12B3448B1}">
      <dgm:prSet/>
      <dgm:spPr/>
      <dgm:t>
        <a:bodyPr/>
        <a:lstStyle/>
        <a:p>
          <a:endParaRPr lang="es-MX"/>
        </a:p>
      </dgm:t>
    </dgm:pt>
    <dgm:pt modelId="{CD6AE788-7207-42BC-8733-0CF93069DD3C}" type="sibTrans" cxnId="{20ACE285-4EF8-4768-AE00-DCA12B3448B1}">
      <dgm:prSet/>
      <dgm:spPr/>
      <dgm:t>
        <a:bodyPr/>
        <a:lstStyle/>
        <a:p>
          <a:endParaRPr lang="es-MX"/>
        </a:p>
      </dgm:t>
    </dgm:pt>
    <dgm:pt modelId="{6A8D56E7-2D4C-45D5-9CC2-7568A97604FA}">
      <dgm:prSet phldrT="[Texto]"/>
      <dgm:spPr/>
      <dgm:t>
        <a:bodyPr/>
        <a:lstStyle/>
        <a:p>
          <a:r>
            <a:rPr lang="es-MX" dirty="0">
              <a:solidFill>
                <a:schemeClr val="accent6">
                  <a:lumMod val="50000"/>
                </a:schemeClr>
              </a:solidFill>
            </a:rPr>
            <a:t>Condiciones.</a:t>
          </a:r>
        </a:p>
      </dgm:t>
    </dgm:pt>
    <dgm:pt modelId="{16198EF3-E835-4C98-984C-F4F4E08B396C}" type="parTrans" cxnId="{B1054780-E169-41B5-9945-E9CADB985901}">
      <dgm:prSet/>
      <dgm:spPr/>
      <dgm:t>
        <a:bodyPr/>
        <a:lstStyle/>
        <a:p>
          <a:endParaRPr lang="es-MX"/>
        </a:p>
      </dgm:t>
    </dgm:pt>
    <dgm:pt modelId="{12DEA19A-81E4-430C-83C2-42695E4186B4}" type="sibTrans" cxnId="{B1054780-E169-41B5-9945-E9CADB985901}">
      <dgm:prSet/>
      <dgm:spPr/>
      <dgm:t>
        <a:bodyPr/>
        <a:lstStyle/>
        <a:p>
          <a:endParaRPr lang="es-MX"/>
        </a:p>
      </dgm:t>
    </dgm:pt>
    <dgm:pt modelId="{A95BDB02-1EC0-43E8-BAD8-803293FDD074}">
      <dgm:prSet phldrT="[Texto]"/>
      <dgm:spPr/>
      <dgm:t>
        <a:bodyPr/>
        <a:lstStyle/>
        <a:p>
          <a:r>
            <a:rPr lang="es-MX" dirty="0">
              <a:solidFill>
                <a:schemeClr val="accent6">
                  <a:lumMod val="50000"/>
                </a:schemeClr>
              </a:solidFill>
            </a:rPr>
            <a:t>Límites.</a:t>
          </a:r>
        </a:p>
      </dgm:t>
    </dgm:pt>
    <dgm:pt modelId="{DB0AFB1F-A3DE-49E5-ACD5-278B3FBF0AB2}" type="parTrans" cxnId="{48834C82-A798-4623-A566-5C8E69A13154}">
      <dgm:prSet/>
      <dgm:spPr/>
      <dgm:t>
        <a:bodyPr/>
        <a:lstStyle/>
        <a:p>
          <a:endParaRPr lang="es-MX"/>
        </a:p>
      </dgm:t>
    </dgm:pt>
    <dgm:pt modelId="{9827C788-2877-467F-9F38-DEA4A7EF41D0}" type="sibTrans" cxnId="{48834C82-A798-4623-A566-5C8E69A13154}">
      <dgm:prSet/>
      <dgm:spPr/>
      <dgm:t>
        <a:bodyPr/>
        <a:lstStyle/>
        <a:p>
          <a:endParaRPr lang="es-MX"/>
        </a:p>
      </dgm:t>
    </dgm:pt>
    <dgm:pt modelId="{94B27581-6E1C-417E-A28D-02B418DE5A8A}">
      <dgm:prSet phldrT="[Texto]"/>
      <dgm:spPr/>
      <dgm:t>
        <a:bodyPr/>
        <a:lstStyle/>
        <a:p>
          <a:r>
            <a:rPr lang="es-MX" dirty="0">
              <a:solidFill>
                <a:schemeClr val="accent6">
                  <a:lumMod val="50000"/>
                </a:schemeClr>
              </a:solidFill>
            </a:rPr>
            <a:t>Sub-limites.</a:t>
          </a:r>
        </a:p>
      </dgm:t>
    </dgm:pt>
    <dgm:pt modelId="{3BAC913A-7694-47B1-9C36-4F0B1C750EE5}" type="parTrans" cxnId="{AF7E684A-B711-4830-BFCF-120868434A3C}">
      <dgm:prSet/>
      <dgm:spPr/>
      <dgm:t>
        <a:bodyPr/>
        <a:lstStyle/>
        <a:p>
          <a:endParaRPr lang="es-MX"/>
        </a:p>
      </dgm:t>
    </dgm:pt>
    <dgm:pt modelId="{F36790A2-A2A4-44F8-ABC6-07FB69CC1E68}" type="sibTrans" cxnId="{AF7E684A-B711-4830-BFCF-120868434A3C}">
      <dgm:prSet/>
      <dgm:spPr/>
      <dgm:t>
        <a:bodyPr/>
        <a:lstStyle/>
        <a:p>
          <a:endParaRPr lang="es-MX"/>
        </a:p>
      </dgm:t>
    </dgm:pt>
    <dgm:pt modelId="{198C6B35-DBC2-438D-8711-44AFA900E6BE}">
      <dgm:prSet phldrT="[Texto]"/>
      <dgm:spPr/>
      <dgm:t>
        <a:bodyPr/>
        <a:lstStyle/>
        <a:p>
          <a:r>
            <a:rPr lang="es-MX" dirty="0">
              <a:solidFill>
                <a:schemeClr val="accent6">
                  <a:lumMod val="50000"/>
                </a:schemeClr>
              </a:solidFill>
            </a:rPr>
            <a:t>Deducibles.</a:t>
          </a:r>
        </a:p>
      </dgm:t>
    </dgm:pt>
    <dgm:pt modelId="{8ECB698E-EEFB-40F0-9DA0-9F43AE94B3B0}" type="parTrans" cxnId="{A241342D-C645-4211-9D46-EB6F2113C292}">
      <dgm:prSet/>
      <dgm:spPr/>
      <dgm:t>
        <a:bodyPr/>
        <a:lstStyle/>
        <a:p>
          <a:endParaRPr lang="es-MX"/>
        </a:p>
      </dgm:t>
    </dgm:pt>
    <dgm:pt modelId="{75B0915B-A23A-41CA-9CF0-DA163D2E4EE2}" type="sibTrans" cxnId="{A241342D-C645-4211-9D46-EB6F2113C292}">
      <dgm:prSet/>
      <dgm:spPr/>
      <dgm:t>
        <a:bodyPr/>
        <a:lstStyle/>
        <a:p>
          <a:endParaRPr lang="es-MX"/>
        </a:p>
      </dgm:t>
    </dgm:pt>
    <dgm:pt modelId="{7C9D11F6-C5D5-47B9-90FB-11EC3FAF13CB}">
      <dgm:prSet phldrT="[Texto]"/>
      <dgm:spPr/>
      <dgm:t>
        <a:bodyPr/>
        <a:lstStyle/>
        <a:p>
          <a:r>
            <a:rPr lang="es-MX" dirty="0">
              <a:solidFill>
                <a:schemeClr val="accent6">
                  <a:lumMod val="50000"/>
                </a:schemeClr>
              </a:solidFill>
            </a:rPr>
            <a:t>Coaseguros</a:t>
          </a:r>
          <a:r>
            <a:rPr lang="es-MX" dirty="0"/>
            <a:t>.	</a:t>
          </a:r>
        </a:p>
      </dgm:t>
    </dgm:pt>
    <dgm:pt modelId="{5B4E9778-3D54-4D4F-B77E-1CC5B3222844}" type="parTrans" cxnId="{1F8FF2E4-08B6-4418-8BF4-E31F525AEDCA}">
      <dgm:prSet/>
      <dgm:spPr/>
      <dgm:t>
        <a:bodyPr/>
        <a:lstStyle/>
        <a:p>
          <a:endParaRPr lang="es-MX"/>
        </a:p>
      </dgm:t>
    </dgm:pt>
    <dgm:pt modelId="{63189D61-4C6C-47D3-ACE2-E5E4A3A938DB}" type="sibTrans" cxnId="{1F8FF2E4-08B6-4418-8BF4-E31F525AEDCA}">
      <dgm:prSet/>
      <dgm:spPr/>
      <dgm:t>
        <a:bodyPr/>
        <a:lstStyle/>
        <a:p>
          <a:endParaRPr lang="es-MX"/>
        </a:p>
      </dgm:t>
    </dgm:pt>
    <dgm:pt modelId="{C0CDFBF8-339F-4034-9C67-360F54DC0F92}">
      <dgm:prSet phldrT="[Texto]"/>
      <dgm:spPr/>
      <dgm:t>
        <a:bodyPr/>
        <a:lstStyle/>
        <a:p>
          <a:r>
            <a:rPr lang="es-MX" dirty="0">
              <a:solidFill>
                <a:schemeClr val="accent6">
                  <a:lumMod val="50000"/>
                </a:schemeClr>
              </a:solidFill>
            </a:rPr>
            <a:t>Estadísticas.</a:t>
          </a:r>
        </a:p>
      </dgm:t>
    </dgm:pt>
    <dgm:pt modelId="{EEEE6982-981D-447A-8D0A-4803E6C089EF}" type="parTrans" cxnId="{8902F36B-3792-4409-900F-0353E762E827}">
      <dgm:prSet/>
      <dgm:spPr/>
      <dgm:t>
        <a:bodyPr/>
        <a:lstStyle/>
        <a:p>
          <a:endParaRPr lang="es-MX"/>
        </a:p>
      </dgm:t>
    </dgm:pt>
    <dgm:pt modelId="{2B38A393-ACFF-43B8-904E-618BFA6D0C24}" type="sibTrans" cxnId="{8902F36B-3792-4409-900F-0353E762E827}">
      <dgm:prSet/>
      <dgm:spPr/>
      <dgm:t>
        <a:bodyPr/>
        <a:lstStyle/>
        <a:p>
          <a:endParaRPr lang="es-MX"/>
        </a:p>
      </dgm:t>
    </dgm:pt>
    <dgm:pt modelId="{EAD5B25A-534B-4F98-9FC1-286CB7D39F21}">
      <dgm:prSet/>
      <dgm:spPr/>
      <dgm:t>
        <a:bodyPr/>
        <a:lstStyle/>
        <a:p>
          <a:r>
            <a:rPr lang="es-MX" dirty="0">
              <a:solidFill>
                <a:schemeClr val="accent6">
                  <a:lumMod val="50000"/>
                </a:schemeClr>
              </a:solidFill>
            </a:rPr>
            <a:t>Fuentes utilizadas.</a:t>
          </a:r>
        </a:p>
      </dgm:t>
    </dgm:pt>
    <dgm:pt modelId="{5EE36EEA-DEBB-4A0D-BDD8-5C25602875B8}" type="parTrans" cxnId="{3379E8FF-11A6-4479-8D27-5E134ED0DB0B}">
      <dgm:prSet/>
      <dgm:spPr/>
      <dgm:t>
        <a:bodyPr/>
        <a:lstStyle/>
        <a:p>
          <a:endParaRPr lang="es-MX"/>
        </a:p>
      </dgm:t>
    </dgm:pt>
    <dgm:pt modelId="{72D96F5D-009B-4CE9-82C9-01484727FEDB}" type="sibTrans" cxnId="{3379E8FF-11A6-4479-8D27-5E134ED0DB0B}">
      <dgm:prSet/>
      <dgm:spPr/>
      <dgm:t>
        <a:bodyPr/>
        <a:lstStyle/>
        <a:p>
          <a:endParaRPr lang="es-MX"/>
        </a:p>
      </dgm:t>
    </dgm:pt>
    <dgm:pt modelId="{19EECB8C-1F4C-4709-A17E-064BDF09EB7D}">
      <dgm:prSet/>
      <dgm:spPr/>
      <dgm:t>
        <a:bodyPr/>
        <a:lstStyle/>
        <a:p>
          <a:r>
            <a:rPr lang="es-MX" dirty="0">
              <a:solidFill>
                <a:schemeClr val="accent6">
                  <a:lumMod val="50000"/>
                </a:schemeClr>
              </a:solidFill>
            </a:rPr>
            <a:t> Fórmulas.</a:t>
          </a:r>
        </a:p>
      </dgm:t>
    </dgm:pt>
    <dgm:pt modelId="{37AC23E4-4B03-4D97-A30C-8232192B7EC4}" type="parTrans" cxnId="{938E63D5-AD10-42EF-9154-06BBD14A83E8}">
      <dgm:prSet/>
      <dgm:spPr/>
      <dgm:t>
        <a:bodyPr/>
        <a:lstStyle/>
        <a:p>
          <a:endParaRPr lang="es-MX"/>
        </a:p>
      </dgm:t>
    </dgm:pt>
    <dgm:pt modelId="{A4D241C7-4EA9-49A0-8926-166618F9F658}" type="sibTrans" cxnId="{938E63D5-AD10-42EF-9154-06BBD14A83E8}">
      <dgm:prSet/>
      <dgm:spPr/>
      <dgm:t>
        <a:bodyPr/>
        <a:lstStyle/>
        <a:p>
          <a:endParaRPr lang="es-MX"/>
        </a:p>
      </dgm:t>
    </dgm:pt>
    <dgm:pt modelId="{C48ED950-BC07-4804-BAB8-EABAB5E15E6E}">
      <dgm:prSet/>
      <dgm:spPr/>
      <dgm:t>
        <a:bodyPr/>
        <a:lstStyle/>
        <a:p>
          <a:r>
            <a:rPr lang="es-MX" dirty="0">
              <a:solidFill>
                <a:schemeClr val="accent6">
                  <a:lumMod val="50000"/>
                </a:schemeClr>
              </a:solidFill>
            </a:rPr>
            <a:t>Prima de riesgo.</a:t>
          </a:r>
        </a:p>
      </dgm:t>
    </dgm:pt>
    <dgm:pt modelId="{2F2B693E-55E4-4261-9C3B-D10EA028D867}" type="parTrans" cxnId="{308EF20F-9BAD-4FEF-98CA-9D78A5C0DB3D}">
      <dgm:prSet/>
      <dgm:spPr/>
      <dgm:t>
        <a:bodyPr/>
        <a:lstStyle/>
        <a:p>
          <a:endParaRPr lang="es-MX"/>
        </a:p>
      </dgm:t>
    </dgm:pt>
    <dgm:pt modelId="{B5813F96-E189-4B8D-B2FF-B4A178CFBF3E}" type="sibTrans" cxnId="{308EF20F-9BAD-4FEF-98CA-9D78A5C0DB3D}">
      <dgm:prSet/>
      <dgm:spPr/>
      <dgm:t>
        <a:bodyPr/>
        <a:lstStyle/>
        <a:p>
          <a:endParaRPr lang="es-MX"/>
        </a:p>
      </dgm:t>
    </dgm:pt>
    <dgm:pt modelId="{13364DFE-15D8-46C3-B8F7-C89F5A1CDB0B}">
      <dgm:prSet/>
      <dgm:spPr/>
      <dgm:t>
        <a:bodyPr/>
        <a:lstStyle/>
        <a:p>
          <a:r>
            <a:rPr lang="es-MX" dirty="0">
              <a:solidFill>
                <a:schemeClr val="accent6">
                  <a:lumMod val="50000"/>
                </a:schemeClr>
              </a:solidFill>
            </a:rPr>
            <a:t>Prima de tarifa.</a:t>
          </a:r>
        </a:p>
      </dgm:t>
    </dgm:pt>
    <dgm:pt modelId="{4DB91AD7-4B0E-4C14-BBA1-1F49A9A65397}" type="parTrans" cxnId="{CEE6C200-5A05-4D56-BF42-A335612C0528}">
      <dgm:prSet/>
      <dgm:spPr/>
      <dgm:t>
        <a:bodyPr/>
        <a:lstStyle/>
        <a:p>
          <a:endParaRPr lang="es-MX"/>
        </a:p>
      </dgm:t>
    </dgm:pt>
    <dgm:pt modelId="{FBBC8F31-0BB5-49C0-91C3-53B2D0D8BCD8}" type="sibTrans" cxnId="{CEE6C200-5A05-4D56-BF42-A335612C0528}">
      <dgm:prSet/>
      <dgm:spPr/>
      <dgm:t>
        <a:bodyPr/>
        <a:lstStyle/>
        <a:p>
          <a:endParaRPr lang="es-MX"/>
        </a:p>
      </dgm:t>
    </dgm:pt>
    <dgm:pt modelId="{AF9579DF-8177-423E-8A01-98E6D0E2C638}">
      <dgm:prSet/>
      <dgm:spPr/>
      <dgm:t>
        <a:bodyPr/>
        <a:lstStyle/>
        <a:p>
          <a:r>
            <a:rPr lang="es-MX" dirty="0">
              <a:solidFill>
                <a:schemeClr val="accent6">
                  <a:lumMod val="50000"/>
                </a:schemeClr>
              </a:solidFill>
            </a:rPr>
            <a:t>Tasas de actualización y financieras</a:t>
          </a:r>
        </a:p>
      </dgm:t>
    </dgm:pt>
    <dgm:pt modelId="{CBFD6B2B-513C-482F-A9E3-08246E08D4F3}" type="parTrans" cxnId="{F46059E3-40E1-4624-A993-BB56B909A71A}">
      <dgm:prSet/>
      <dgm:spPr/>
      <dgm:t>
        <a:bodyPr/>
        <a:lstStyle/>
        <a:p>
          <a:endParaRPr lang="es-MX"/>
        </a:p>
      </dgm:t>
    </dgm:pt>
    <dgm:pt modelId="{374D5BAE-52EA-4DEF-BB0D-C2B493266531}" type="sibTrans" cxnId="{F46059E3-40E1-4624-A993-BB56B909A71A}">
      <dgm:prSet/>
      <dgm:spPr/>
      <dgm:t>
        <a:bodyPr/>
        <a:lstStyle/>
        <a:p>
          <a:endParaRPr lang="es-MX"/>
        </a:p>
      </dgm:t>
    </dgm:pt>
    <dgm:pt modelId="{3F30EEEC-3617-4666-8BDC-EAC1EECA8B15}">
      <dgm:prSet/>
      <dgm:spPr/>
      <dgm:t>
        <a:bodyPr/>
        <a:lstStyle/>
        <a:p>
          <a:r>
            <a:rPr lang="es-MX" dirty="0">
              <a:solidFill>
                <a:schemeClr val="accent6">
                  <a:lumMod val="50000"/>
                </a:schemeClr>
              </a:solidFill>
            </a:rPr>
            <a:t>Análisis de Congruencia.</a:t>
          </a:r>
        </a:p>
      </dgm:t>
    </dgm:pt>
    <dgm:pt modelId="{A04BA5AA-FB81-48CF-B820-C2490D56FA16}" type="parTrans" cxnId="{1B400744-7E39-4D16-8EBD-498DAF9A94E6}">
      <dgm:prSet/>
      <dgm:spPr/>
      <dgm:t>
        <a:bodyPr/>
        <a:lstStyle/>
        <a:p>
          <a:endParaRPr lang="es-MX"/>
        </a:p>
      </dgm:t>
    </dgm:pt>
    <dgm:pt modelId="{5830D23A-F33D-4C7A-8B33-D4DC572C5C1A}" type="sibTrans" cxnId="{1B400744-7E39-4D16-8EBD-498DAF9A94E6}">
      <dgm:prSet/>
      <dgm:spPr/>
      <dgm:t>
        <a:bodyPr/>
        <a:lstStyle/>
        <a:p>
          <a:endParaRPr lang="es-MX"/>
        </a:p>
      </dgm:t>
    </dgm:pt>
    <dgm:pt modelId="{28B1856B-C1B4-4701-B7AB-9E59E07E44E8}">
      <dgm:prSet/>
      <dgm:spPr/>
      <dgm:t>
        <a:bodyPr/>
        <a:lstStyle/>
        <a:p>
          <a:r>
            <a:rPr lang="es-MX" dirty="0">
              <a:solidFill>
                <a:schemeClr val="accent6">
                  <a:lumMod val="50000"/>
                </a:schemeClr>
              </a:solidFill>
            </a:rPr>
            <a:t>Documento en el cual se confirma que los textos son congruentes con los supuestos actuariales.</a:t>
          </a:r>
        </a:p>
      </dgm:t>
    </dgm:pt>
    <dgm:pt modelId="{F815AF4F-ED21-423A-B339-1333C90EACA2}" type="parTrans" cxnId="{E56974BD-CFC7-4EA3-9EE2-28D079853300}">
      <dgm:prSet/>
      <dgm:spPr/>
      <dgm:t>
        <a:bodyPr/>
        <a:lstStyle/>
        <a:p>
          <a:endParaRPr lang="es-MX"/>
        </a:p>
      </dgm:t>
    </dgm:pt>
    <dgm:pt modelId="{99480427-239F-4FAD-86A1-0B8D4BD18A6D}" type="sibTrans" cxnId="{E56974BD-CFC7-4EA3-9EE2-28D079853300}">
      <dgm:prSet/>
      <dgm:spPr/>
      <dgm:t>
        <a:bodyPr/>
        <a:lstStyle/>
        <a:p>
          <a:endParaRPr lang="es-MX"/>
        </a:p>
      </dgm:t>
    </dgm:pt>
    <dgm:pt modelId="{FFFEA617-D182-42F5-B4AE-C81D1749875D}" type="pres">
      <dgm:prSet presAssocID="{359C1CCC-CC07-45F3-BA82-CF8F32B4F3AA}" presName="Name0" presStyleCnt="0">
        <dgm:presLayoutVars>
          <dgm:dir/>
          <dgm:animLvl val="lvl"/>
          <dgm:resizeHandles val="exact"/>
        </dgm:presLayoutVars>
      </dgm:prSet>
      <dgm:spPr/>
      <dgm:t>
        <a:bodyPr/>
        <a:lstStyle/>
        <a:p>
          <a:endParaRPr lang="es-MX"/>
        </a:p>
      </dgm:t>
    </dgm:pt>
    <dgm:pt modelId="{837BDAA4-3985-45D2-B0C5-B0403D9E1A22}" type="pres">
      <dgm:prSet presAssocID="{F0748298-73DF-456F-B8CD-5B71C5223717}" presName="compositeNode" presStyleCnt="0">
        <dgm:presLayoutVars>
          <dgm:bulletEnabled val="1"/>
        </dgm:presLayoutVars>
      </dgm:prSet>
      <dgm:spPr/>
    </dgm:pt>
    <dgm:pt modelId="{437E330A-B90C-41D4-BD37-09340B62A4D5}" type="pres">
      <dgm:prSet presAssocID="{F0748298-73DF-456F-B8CD-5B71C5223717}" presName="bgRect" presStyleLbl="node1" presStyleIdx="0" presStyleCnt="4"/>
      <dgm:spPr/>
      <dgm:t>
        <a:bodyPr/>
        <a:lstStyle/>
        <a:p>
          <a:endParaRPr lang="es-MX"/>
        </a:p>
      </dgm:t>
    </dgm:pt>
    <dgm:pt modelId="{461B69B6-C003-4BF4-A785-426EC54039A4}" type="pres">
      <dgm:prSet presAssocID="{F0748298-73DF-456F-B8CD-5B71C5223717}" presName="parentNode" presStyleLbl="node1" presStyleIdx="0" presStyleCnt="4">
        <dgm:presLayoutVars>
          <dgm:chMax val="0"/>
          <dgm:bulletEnabled val="1"/>
        </dgm:presLayoutVars>
      </dgm:prSet>
      <dgm:spPr/>
      <dgm:t>
        <a:bodyPr/>
        <a:lstStyle/>
        <a:p>
          <a:endParaRPr lang="es-MX"/>
        </a:p>
      </dgm:t>
    </dgm:pt>
    <dgm:pt modelId="{5ED5B188-D1B5-438A-A3EE-3B871091632F}" type="pres">
      <dgm:prSet presAssocID="{F0748298-73DF-456F-B8CD-5B71C5223717}" presName="childNode" presStyleLbl="node1" presStyleIdx="0" presStyleCnt="4">
        <dgm:presLayoutVars>
          <dgm:bulletEnabled val="1"/>
        </dgm:presLayoutVars>
      </dgm:prSet>
      <dgm:spPr/>
      <dgm:t>
        <a:bodyPr/>
        <a:lstStyle/>
        <a:p>
          <a:endParaRPr lang="es-MX"/>
        </a:p>
      </dgm:t>
    </dgm:pt>
    <dgm:pt modelId="{327EED6D-3169-468C-8685-95E2169635C4}" type="pres">
      <dgm:prSet presAssocID="{B78DECAD-1CB6-402C-9DB3-5ED90CB0343C}" presName="hSp" presStyleCnt="0"/>
      <dgm:spPr/>
    </dgm:pt>
    <dgm:pt modelId="{75751441-098D-4C02-938A-D080CA2790B5}" type="pres">
      <dgm:prSet presAssocID="{B78DECAD-1CB6-402C-9DB3-5ED90CB0343C}" presName="vProcSp" presStyleCnt="0"/>
      <dgm:spPr/>
    </dgm:pt>
    <dgm:pt modelId="{7D8CE0BC-2E24-4924-AA86-ED9BF495D697}" type="pres">
      <dgm:prSet presAssocID="{B78DECAD-1CB6-402C-9DB3-5ED90CB0343C}" presName="vSp1" presStyleCnt="0"/>
      <dgm:spPr/>
    </dgm:pt>
    <dgm:pt modelId="{9B1AD531-A3F6-47AF-AB6F-42F672668B76}" type="pres">
      <dgm:prSet presAssocID="{B78DECAD-1CB6-402C-9DB3-5ED90CB0343C}" presName="simulatedConn" presStyleLbl="solidFgAcc1" presStyleIdx="0" presStyleCnt="3"/>
      <dgm:spPr/>
    </dgm:pt>
    <dgm:pt modelId="{8D384823-ED80-4980-9D22-3CE7ECA134A5}" type="pres">
      <dgm:prSet presAssocID="{B78DECAD-1CB6-402C-9DB3-5ED90CB0343C}" presName="vSp2" presStyleCnt="0"/>
      <dgm:spPr/>
    </dgm:pt>
    <dgm:pt modelId="{884C3A39-29DA-409F-B2CA-3CE92633E09D}" type="pres">
      <dgm:prSet presAssocID="{B78DECAD-1CB6-402C-9DB3-5ED90CB0343C}" presName="sibTrans" presStyleCnt="0"/>
      <dgm:spPr/>
    </dgm:pt>
    <dgm:pt modelId="{67A03E60-72F2-4D66-98BD-2300DEABD7A3}" type="pres">
      <dgm:prSet presAssocID="{03362DB5-9120-46FF-B65A-DFA5250F5098}" presName="compositeNode" presStyleCnt="0">
        <dgm:presLayoutVars>
          <dgm:bulletEnabled val="1"/>
        </dgm:presLayoutVars>
      </dgm:prSet>
      <dgm:spPr/>
    </dgm:pt>
    <dgm:pt modelId="{699297CE-5A21-41BE-9DDA-D521FC7FAA84}" type="pres">
      <dgm:prSet presAssocID="{03362DB5-9120-46FF-B65A-DFA5250F5098}" presName="bgRect" presStyleLbl="node1" presStyleIdx="1" presStyleCnt="4"/>
      <dgm:spPr/>
      <dgm:t>
        <a:bodyPr/>
        <a:lstStyle/>
        <a:p>
          <a:endParaRPr lang="es-MX"/>
        </a:p>
      </dgm:t>
    </dgm:pt>
    <dgm:pt modelId="{CE9BC8B1-5123-4FD5-A62A-AC8AB8E48E61}" type="pres">
      <dgm:prSet presAssocID="{03362DB5-9120-46FF-B65A-DFA5250F5098}" presName="parentNode" presStyleLbl="node1" presStyleIdx="1" presStyleCnt="4">
        <dgm:presLayoutVars>
          <dgm:chMax val="0"/>
          <dgm:bulletEnabled val="1"/>
        </dgm:presLayoutVars>
      </dgm:prSet>
      <dgm:spPr/>
      <dgm:t>
        <a:bodyPr/>
        <a:lstStyle/>
        <a:p>
          <a:endParaRPr lang="es-MX"/>
        </a:p>
      </dgm:t>
    </dgm:pt>
    <dgm:pt modelId="{590F318E-FAE9-41FF-8132-9F89F2B1903A}" type="pres">
      <dgm:prSet presAssocID="{03362DB5-9120-46FF-B65A-DFA5250F5098}" presName="childNode" presStyleLbl="node1" presStyleIdx="1" presStyleCnt="4">
        <dgm:presLayoutVars>
          <dgm:bulletEnabled val="1"/>
        </dgm:presLayoutVars>
      </dgm:prSet>
      <dgm:spPr/>
      <dgm:t>
        <a:bodyPr/>
        <a:lstStyle/>
        <a:p>
          <a:endParaRPr lang="es-MX"/>
        </a:p>
      </dgm:t>
    </dgm:pt>
    <dgm:pt modelId="{6FCA1DFC-866E-4112-A8CD-DE5B95C4BB62}" type="pres">
      <dgm:prSet presAssocID="{DCD9EF57-D7B3-42A2-A862-DEBA28142AA4}" presName="hSp" presStyleCnt="0"/>
      <dgm:spPr/>
    </dgm:pt>
    <dgm:pt modelId="{3B582074-93D3-41D3-AA8B-BF09969FA250}" type="pres">
      <dgm:prSet presAssocID="{DCD9EF57-D7B3-42A2-A862-DEBA28142AA4}" presName="vProcSp" presStyleCnt="0"/>
      <dgm:spPr/>
    </dgm:pt>
    <dgm:pt modelId="{BE29A491-E432-4500-BB8D-274DBF983D42}" type="pres">
      <dgm:prSet presAssocID="{DCD9EF57-D7B3-42A2-A862-DEBA28142AA4}" presName="vSp1" presStyleCnt="0"/>
      <dgm:spPr/>
    </dgm:pt>
    <dgm:pt modelId="{54108CAD-0478-4471-9D14-8471AC5E40BA}" type="pres">
      <dgm:prSet presAssocID="{DCD9EF57-D7B3-42A2-A862-DEBA28142AA4}" presName="simulatedConn" presStyleLbl="solidFgAcc1" presStyleIdx="1" presStyleCnt="3"/>
      <dgm:spPr/>
    </dgm:pt>
    <dgm:pt modelId="{65FE4B95-4B1D-4EE9-B802-88BB499B36FF}" type="pres">
      <dgm:prSet presAssocID="{DCD9EF57-D7B3-42A2-A862-DEBA28142AA4}" presName="vSp2" presStyleCnt="0"/>
      <dgm:spPr/>
    </dgm:pt>
    <dgm:pt modelId="{078D31C5-39FA-4316-AB7A-301AFF701AB4}" type="pres">
      <dgm:prSet presAssocID="{DCD9EF57-D7B3-42A2-A862-DEBA28142AA4}" presName="sibTrans" presStyleCnt="0"/>
      <dgm:spPr/>
    </dgm:pt>
    <dgm:pt modelId="{D9AF5E9C-EF15-4568-AB9A-AAB753A05F86}" type="pres">
      <dgm:prSet presAssocID="{46D0D6E9-D0B8-47CA-A649-F7335FF890C0}" presName="compositeNode" presStyleCnt="0">
        <dgm:presLayoutVars>
          <dgm:bulletEnabled val="1"/>
        </dgm:presLayoutVars>
      </dgm:prSet>
      <dgm:spPr/>
    </dgm:pt>
    <dgm:pt modelId="{3567A0BA-8004-4E20-87EC-240EF4BC61EC}" type="pres">
      <dgm:prSet presAssocID="{46D0D6E9-D0B8-47CA-A649-F7335FF890C0}" presName="bgRect" presStyleLbl="node1" presStyleIdx="2" presStyleCnt="4"/>
      <dgm:spPr/>
      <dgm:t>
        <a:bodyPr/>
        <a:lstStyle/>
        <a:p>
          <a:endParaRPr lang="es-MX"/>
        </a:p>
      </dgm:t>
    </dgm:pt>
    <dgm:pt modelId="{DB473F62-F8CD-4A72-B219-BBAFDF1F1453}" type="pres">
      <dgm:prSet presAssocID="{46D0D6E9-D0B8-47CA-A649-F7335FF890C0}" presName="parentNode" presStyleLbl="node1" presStyleIdx="2" presStyleCnt="4">
        <dgm:presLayoutVars>
          <dgm:chMax val="0"/>
          <dgm:bulletEnabled val="1"/>
        </dgm:presLayoutVars>
      </dgm:prSet>
      <dgm:spPr/>
      <dgm:t>
        <a:bodyPr/>
        <a:lstStyle/>
        <a:p>
          <a:endParaRPr lang="es-MX"/>
        </a:p>
      </dgm:t>
    </dgm:pt>
    <dgm:pt modelId="{086E286A-7396-4203-801B-21F45D0579C7}" type="pres">
      <dgm:prSet presAssocID="{46D0D6E9-D0B8-47CA-A649-F7335FF890C0}" presName="childNode" presStyleLbl="node1" presStyleIdx="2" presStyleCnt="4">
        <dgm:presLayoutVars>
          <dgm:bulletEnabled val="1"/>
        </dgm:presLayoutVars>
      </dgm:prSet>
      <dgm:spPr/>
      <dgm:t>
        <a:bodyPr/>
        <a:lstStyle/>
        <a:p>
          <a:endParaRPr lang="es-MX"/>
        </a:p>
      </dgm:t>
    </dgm:pt>
    <dgm:pt modelId="{6383A5D4-89EE-4415-BF94-4E1FE71E497A}" type="pres">
      <dgm:prSet presAssocID="{958B6674-57A4-49FD-ABD5-7CFADF4AD680}" presName="hSp" presStyleCnt="0"/>
      <dgm:spPr/>
    </dgm:pt>
    <dgm:pt modelId="{3901114B-092B-4853-B483-92573C14AC21}" type="pres">
      <dgm:prSet presAssocID="{958B6674-57A4-49FD-ABD5-7CFADF4AD680}" presName="vProcSp" presStyleCnt="0"/>
      <dgm:spPr/>
    </dgm:pt>
    <dgm:pt modelId="{F811D8E1-6E2A-42E0-A8C9-FB63598785F7}" type="pres">
      <dgm:prSet presAssocID="{958B6674-57A4-49FD-ABD5-7CFADF4AD680}" presName="vSp1" presStyleCnt="0"/>
      <dgm:spPr/>
    </dgm:pt>
    <dgm:pt modelId="{C77F9BDB-49B5-41AD-891F-62C462A37AC5}" type="pres">
      <dgm:prSet presAssocID="{958B6674-57A4-49FD-ABD5-7CFADF4AD680}" presName="simulatedConn" presStyleLbl="solidFgAcc1" presStyleIdx="2" presStyleCnt="3"/>
      <dgm:spPr/>
    </dgm:pt>
    <dgm:pt modelId="{67FD075E-2AA2-44DB-B050-55FB60A73ED0}" type="pres">
      <dgm:prSet presAssocID="{958B6674-57A4-49FD-ABD5-7CFADF4AD680}" presName="vSp2" presStyleCnt="0"/>
      <dgm:spPr/>
    </dgm:pt>
    <dgm:pt modelId="{29C9022B-5E1E-4CB6-B479-E92BEA9E040E}" type="pres">
      <dgm:prSet presAssocID="{958B6674-57A4-49FD-ABD5-7CFADF4AD680}" presName="sibTrans" presStyleCnt="0"/>
      <dgm:spPr/>
    </dgm:pt>
    <dgm:pt modelId="{6D546EA3-D798-48C1-B023-E6BF1C1649B4}" type="pres">
      <dgm:prSet presAssocID="{3F30EEEC-3617-4666-8BDC-EAC1EECA8B15}" presName="compositeNode" presStyleCnt="0">
        <dgm:presLayoutVars>
          <dgm:bulletEnabled val="1"/>
        </dgm:presLayoutVars>
      </dgm:prSet>
      <dgm:spPr/>
    </dgm:pt>
    <dgm:pt modelId="{43F2B60E-914A-45A3-8C5F-89143240CBD8}" type="pres">
      <dgm:prSet presAssocID="{3F30EEEC-3617-4666-8BDC-EAC1EECA8B15}" presName="bgRect" presStyleLbl="node1" presStyleIdx="3" presStyleCnt="4"/>
      <dgm:spPr/>
      <dgm:t>
        <a:bodyPr/>
        <a:lstStyle/>
        <a:p>
          <a:endParaRPr lang="es-MX"/>
        </a:p>
      </dgm:t>
    </dgm:pt>
    <dgm:pt modelId="{7C429ED4-190C-4E6D-B177-1C04886D9869}" type="pres">
      <dgm:prSet presAssocID="{3F30EEEC-3617-4666-8BDC-EAC1EECA8B15}" presName="parentNode" presStyleLbl="node1" presStyleIdx="3" presStyleCnt="4">
        <dgm:presLayoutVars>
          <dgm:chMax val="0"/>
          <dgm:bulletEnabled val="1"/>
        </dgm:presLayoutVars>
      </dgm:prSet>
      <dgm:spPr/>
      <dgm:t>
        <a:bodyPr/>
        <a:lstStyle/>
        <a:p>
          <a:endParaRPr lang="es-MX"/>
        </a:p>
      </dgm:t>
    </dgm:pt>
    <dgm:pt modelId="{07AA14FF-5CBF-4DF3-8D21-C7C81446B734}" type="pres">
      <dgm:prSet presAssocID="{3F30EEEC-3617-4666-8BDC-EAC1EECA8B15}" presName="childNode" presStyleLbl="node1" presStyleIdx="3" presStyleCnt="4">
        <dgm:presLayoutVars>
          <dgm:bulletEnabled val="1"/>
        </dgm:presLayoutVars>
      </dgm:prSet>
      <dgm:spPr/>
      <dgm:t>
        <a:bodyPr/>
        <a:lstStyle/>
        <a:p>
          <a:endParaRPr lang="es-MX"/>
        </a:p>
      </dgm:t>
    </dgm:pt>
  </dgm:ptLst>
  <dgm:cxnLst>
    <dgm:cxn modelId="{A241342D-C645-4211-9D46-EB6F2113C292}" srcId="{6A8D56E7-2D4C-45D5-9CC2-7568A97604FA}" destId="{198C6B35-DBC2-438D-8711-44AFA900E6BE}" srcOrd="2" destOrd="0" parTransId="{8ECB698E-EEFB-40F0-9DA0-9F43AE94B3B0}" sibTransId="{75B0915B-A23A-41CA-9CF0-DA163D2E4EE2}"/>
    <dgm:cxn modelId="{4A6192E7-0A81-1642-BE6B-F8601C012047}" type="presOf" srcId="{94B27581-6E1C-417E-A28D-02B418DE5A8A}" destId="{5ED5B188-D1B5-438A-A3EE-3B871091632F}" srcOrd="0" destOrd="5" presId="urn:microsoft.com/office/officeart/2005/8/layout/hProcess7"/>
    <dgm:cxn modelId="{F46059E3-40E1-4624-A993-BB56B909A71A}" srcId="{19EECB8C-1F4C-4709-A17E-064BDF09EB7D}" destId="{AF9579DF-8177-423E-8A01-98E6D0E2C638}" srcOrd="2" destOrd="0" parTransId="{CBFD6B2B-513C-482F-A9E3-08246E08D4F3}" sibTransId="{374D5BAE-52EA-4DEF-BB0D-C2B493266531}"/>
    <dgm:cxn modelId="{79F21607-100C-9341-91F0-7774B9696E8A}" type="presOf" srcId="{A95BDB02-1EC0-43E8-BAD8-803293FDD074}" destId="{5ED5B188-D1B5-438A-A3EE-3B871091632F}" srcOrd="0" destOrd="4" presId="urn:microsoft.com/office/officeart/2005/8/layout/hProcess7"/>
    <dgm:cxn modelId="{615798F2-C8BB-EC4E-8B80-0FFF8208EE48}" type="presOf" srcId="{19EECB8C-1F4C-4709-A17E-064BDF09EB7D}" destId="{086E286A-7396-4203-801B-21F45D0579C7}" srcOrd="0" destOrd="2" presId="urn:microsoft.com/office/officeart/2005/8/layout/hProcess7"/>
    <dgm:cxn modelId="{6E44DE4A-0E84-6849-B7C6-D7587F45125C}" type="presOf" srcId="{03362DB5-9120-46FF-B65A-DFA5250F5098}" destId="{CE9BC8B1-5123-4FD5-A62A-AC8AB8E48E61}" srcOrd="1" destOrd="0" presId="urn:microsoft.com/office/officeart/2005/8/layout/hProcess7"/>
    <dgm:cxn modelId="{B8F3FD71-F5A0-F646-B7E6-74782A5A8DCC}" type="presOf" srcId="{7C9D11F6-C5D5-47B9-90FB-11EC3FAF13CB}" destId="{5ED5B188-D1B5-438A-A3EE-3B871091632F}" srcOrd="0" destOrd="7" presId="urn:microsoft.com/office/officeart/2005/8/layout/hProcess7"/>
    <dgm:cxn modelId="{0E13134C-1F11-D84C-A5F0-3634A0335F1A}" type="presOf" srcId="{8A128C6D-A5DF-4B7D-B598-38F8C286B33E}" destId="{5ED5B188-D1B5-438A-A3EE-3B871091632F}" srcOrd="0" destOrd="0" presId="urn:microsoft.com/office/officeart/2005/8/layout/hProcess7"/>
    <dgm:cxn modelId="{A87C97A5-8580-CB4E-B5CB-5275FB1E5D63}" type="presOf" srcId="{F0748298-73DF-456F-B8CD-5B71C5223717}" destId="{437E330A-B90C-41D4-BD37-09340B62A4D5}" srcOrd="0" destOrd="0" presId="urn:microsoft.com/office/officeart/2005/8/layout/hProcess7"/>
    <dgm:cxn modelId="{3375EC4F-CA9E-A843-B4A9-255FADD5E7BF}" type="presOf" srcId="{EAD5B25A-534B-4F98-9FC1-286CB7D39F21}" destId="{086E286A-7396-4203-801B-21F45D0579C7}" srcOrd="0" destOrd="1" presId="urn:microsoft.com/office/officeart/2005/8/layout/hProcess7"/>
    <dgm:cxn modelId="{3379E8FF-11A6-4479-8D27-5E134ED0DB0B}" srcId="{C0CDFBF8-339F-4034-9C67-360F54DC0F92}" destId="{EAD5B25A-534B-4F98-9FC1-286CB7D39F21}" srcOrd="0" destOrd="0" parTransId="{5EE36EEA-DEBB-4A0D-BDD8-5C25602875B8}" sibTransId="{72D96F5D-009B-4CE9-82C9-01484727FEDB}"/>
    <dgm:cxn modelId="{AD5E760A-228C-F94B-A537-A7F4331AF32B}" type="presOf" srcId="{AF9579DF-8177-423E-8A01-98E6D0E2C638}" destId="{086E286A-7396-4203-801B-21F45D0579C7}" srcOrd="0" destOrd="5" presId="urn:microsoft.com/office/officeart/2005/8/layout/hProcess7"/>
    <dgm:cxn modelId="{42B8FD28-B8A8-8648-8695-FABBA6790AE3}" type="presOf" srcId="{D1285AC5-386C-42A0-94E1-8F79B6C4AC87}" destId="{590F318E-FAE9-41FF-8132-9F89F2B1903A}" srcOrd="0" destOrd="4" presId="urn:microsoft.com/office/officeart/2005/8/layout/hProcess7"/>
    <dgm:cxn modelId="{B1054780-E169-41B5-9945-E9CADB985901}" srcId="{F0748298-73DF-456F-B8CD-5B71C5223717}" destId="{6A8D56E7-2D4C-45D5-9CC2-7568A97604FA}" srcOrd="1" destOrd="0" parTransId="{16198EF3-E835-4C98-984C-F4F4E08B396C}" sibTransId="{12DEA19A-81E4-430C-83C2-42695E4186B4}"/>
    <dgm:cxn modelId="{50F64F59-DEC1-D34C-BE60-E2402FA96826}" type="presOf" srcId="{28B1856B-C1B4-4701-B7AB-9E59E07E44E8}" destId="{07AA14FF-5CBF-4DF3-8D21-C7C81446B734}" srcOrd="0" destOrd="0" presId="urn:microsoft.com/office/officeart/2005/8/layout/hProcess7"/>
    <dgm:cxn modelId="{938E63D5-AD10-42EF-9154-06BBD14A83E8}" srcId="{46D0D6E9-D0B8-47CA-A649-F7335FF890C0}" destId="{19EECB8C-1F4C-4709-A17E-064BDF09EB7D}" srcOrd="1" destOrd="0" parTransId="{37AC23E4-4B03-4D97-A30C-8232192B7EC4}" sibTransId="{A4D241C7-4EA9-49A0-8926-166618F9F658}"/>
    <dgm:cxn modelId="{48834C82-A798-4623-A566-5C8E69A13154}" srcId="{6A8D56E7-2D4C-45D5-9CC2-7568A97604FA}" destId="{A95BDB02-1EC0-43E8-BAD8-803293FDD074}" srcOrd="0" destOrd="0" parTransId="{DB0AFB1F-A3DE-49E5-ACD5-278B3FBF0AB2}" sibTransId="{9827C788-2877-467F-9F38-DEA4A7EF41D0}"/>
    <dgm:cxn modelId="{33C4FD57-EB07-E746-9C42-0AC8A60E4C7C}" type="presOf" srcId="{BC3733D4-B9C6-440A-9383-85EC782043E8}" destId="{5ED5B188-D1B5-438A-A3EE-3B871091632F}" srcOrd="0" destOrd="1" presId="urn:microsoft.com/office/officeart/2005/8/layout/hProcess7"/>
    <dgm:cxn modelId="{1F8FF2E4-08B6-4418-8BF4-E31F525AEDCA}" srcId="{6A8D56E7-2D4C-45D5-9CC2-7568A97604FA}" destId="{7C9D11F6-C5D5-47B9-90FB-11EC3FAF13CB}" srcOrd="3" destOrd="0" parTransId="{5B4E9778-3D54-4D4F-B77E-1CC5B3222844}" sibTransId="{63189D61-4C6C-47D3-ACE2-E5E4A3A938DB}"/>
    <dgm:cxn modelId="{11788344-55A1-4126-BC08-7BD209C4ECAD}" srcId="{FDD1BB0E-4484-4071-82A1-B191A8FC05BE}" destId="{04906041-B762-4C62-810C-F3FA8B36BFEE}" srcOrd="2" destOrd="0" parTransId="{13175EF6-FBA2-4532-A1D4-2709155F0FC8}" sibTransId="{86B346CC-1897-48A4-A2FE-A0A3683DB3BC}"/>
    <dgm:cxn modelId="{20BDA7C3-E423-4AB4-94DF-AC4C0F5703BA}" srcId="{FDD1BB0E-4484-4071-82A1-B191A8FC05BE}" destId="{7B1BAF6E-7B08-43F1-ABF9-6347F4CB5820}" srcOrd="1" destOrd="0" parTransId="{35D7DAA0-7522-4A15-860F-4E9A217E5A1A}" sibTransId="{ECC89E8D-0EDA-4D5A-BDFC-A66B40E183A1}"/>
    <dgm:cxn modelId="{176D3D70-B324-614F-ABEB-79159BB0D48B}" type="presOf" srcId="{7B1BAF6E-7B08-43F1-ABF9-6347F4CB5820}" destId="{590F318E-FAE9-41FF-8132-9F89F2B1903A}" srcOrd="0" destOrd="2" presId="urn:microsoft.com/office/officeart/2005/8/layout/hProcess7"/>
    <dgm:cxn modelId="{E1AFA863-74CB-D047-AE03-4BB034BFE233}" type="presOf" srcId="{F601F22A-E2E5-4F75-8E08-DD8B439BAE90}" destId="{5ED5B188-D1B5-438A-A3EE-3B871091632F}" srcOrd="0" destOrd="2" presId="urn:microsoft.com/office/officeart/2005/8/layout/hProcess7"/>
    <dgm:cxn modelId="{F073F6F7-3FCC-954D-9F94-11D540638DAE}" type="presOf" srcId="{FDD1BB0E-4484-4071-82A1-B191A8FC05BE}" destId="{590F318E-FAE9-41FF-8132-9F89F2B1903A}" srcOrd="0" destOrd="0" presId="urn:microsoft.com/office/officeart/2005/8/layout/hProcess7"/>
    <dgm:cxn modelId="{CA6CB631-DFB1-1C4E-B619-5147D2A16B53}" type="presOf" srcId="{46D0D6E9-D0B8-47CA-A649-F7335FF890C0}" destId="{DB473F62-F8CD-4A72-B219-BBAFDF1F1453}" srcOrd="1" destOrd="0" presId="urn:microsoft.com/office/officeart/2005/8/layout/hProcess7"/>
    <dgm:cxn modelId="{DE42BBB6-AA8B-214D-B222-D77CB441B4C3}" type="presOf" srcId="{04906041-B762-4C62-810C-F3FA8B36BFEE}" destId="{590F318E-FAE9-41FF-8132-9F89F2B1903A}" srcOrd="0" destOrd="3" presId="urn:microsoft.com/office/officeart/2005/8/layout/hProcess7"/>
    <dgm:cxn modelId="{6692AA5C-2B2B-4C61-9EF6-BFD84C436E14}" srcId="{03362DB5-9120-46FF-B65A-DFA5250F5098}" destId="{FDD1BB0E-4484-4071-82A1-B191A8FC05BE}" srcOrd="0" destOrd="0" parTransId="{3A08B3ED-B30F-4346-A686-255A515DA39F}" sibTransId="{49A726C1-83BA-43FD-851F-F36FD9572738}"/>
    <dgm:cxn modelId="{3E0792F4-15A7-3346-BDD6-D5072869FA2F}" type="presOf" srcId="{3F30EEEC-3617-4666-8BDC-EAC1EECA8B15}" destId="{7C429ED4-190C-4E6D-B177-1C04886D9869}" srcOrd="1" destOrd="0" presId="urn:microsoft.com/office/officeart/2005/8/layout/hProcess7"/>
    <dgm:cxn modelId="{E56974BD-CFC7-4EA3-9EE2-28D079853300}" srcId="{3F30EEEC-3617-4666-8BDC-EAC1EECA8B15}" destId="{28B1856B-C1B4-4701-B7AB-9E59E07E44E8}" srcOrd="0" destOrd="0" parTransId="{F815AF4F-ED21-423A-B339-1333C90EACA2}" sibTransId="{99480427-239F-4FAD-86A1-0B8D4BD18A6D}"/>
    <dgm:cxn modelId="{B05635A5-80C0-43C0-97CA-C774C0766BFC}" srcId="{8A128C6D-A5DF-4B7D-B598-38F8C286B33E}" destId="{F601F22A-E2E5-4F75-8E08-DD8B439BAE90}" srcOrd="1" destOrd="0" parTransId="{408860F6-0CB2-4D83-9275-F44106B933AB}" sibTransId="{5CEACC39-34FA-4865-830D-9F8677E6B1F7}"/>
    <dgm:cxn modelId="{F9221025-5A2A-2745-8C49-26C8F23DA2D7}" type="presOf" srcId="{9DE7A78F-C22C-40A7-B834-C5E36FD63E7E}" destId="{590F318E-FAE9-41FF-8132-9F89F2B1903A}" srcOrd="0" destOrd="1" presId="urn:microsoft.com/office/officeart/2005/8/layout/hProcess7"/>
    <dgm:cxn modelId="{8E9E429F-6DCD-184D-B060-BC7F8232036B}" type="presOf" srcId="{359C1CCC-CC07-45F3-BA82-CF8F32B4F3AA}" destId="{FFFEA617-D182-42F5-B4AE-C81D1749875D}" srcOrd="0" destOrd="0" presId="urn:microsoft.com/office/officeart/2005/8/layout/hProcess7"/>
    <dgm:cxn modelId="{C4EEFC96-3792-4227-8570-37E995E70206}" srcId="{FDD1BB0E-4484-4071-82A1-B191A8FC05BE}" destId="{9DE7A78F-C22C-40A7-B834-C5E36FD63E7E}" srcOrd="0" destOrd="0" parTransId="{5E272C34-D52F-45AD-94DC-09B8CE1F1518}" sibTransId="{5F35AC6B-C7CE-4E46-A3D2-D2198C07FE19}"/>
    <dgm:cxn modelId="{1B400744-7E39-4D16-8EBD-498DAF9A94E6}" srcId="{359C1CCC-CC07-45F3-BA82-CF8F32B4F3AA}" destId="{3F30EEEC-3617-4666-8BDC-EAC1EECA8B15}" srcOrd="3" destOrd="0" parTransId="{A04BA5AA-FB81-48CF-B820-C2490D56FA16}" sibTransId="{5830D23A-F33D-4C7A-8B33-D4DC572C5C1A}"/>
    <dgm:cxn modelId="{1478ED6E-A48B-8D44-AF39-60A130327410}" type="presOf" srcId="{13364DFE-15D8-46C3-B8F7-C89F5A1CDB0B}" destId="{086E286A-7396-4203-801B-21F45D0579C7}" srcOrd="0" destOrd="4" presId="urn:microsoft.com/office/officeart/2005/8/layout/hProcess7"/>
    <dgm:cxn modelId="{A15F64D7-7088-2940-9179-39C31984D496}" type="presOf" srcId="{6A8D56E7-2D4C-45D5-9CC2-7568A97604FA}" destId="{5ED5B188-D1B5-438A-A3EE-3B871091632F}" srcOrd="0" destOrd="3" presId="urn:microsoft.com/office/officeart/2005/8/layout/hProcess7"/>
    <dgm:cxn modelId="{0FE3FCEF-CFB2-4C13-9E62-E07F71DF7F8C}" srcId="{359C1CCC-CC07-45F3-BA82-CF8F32B4F3AA}" destId="{46D0D6E9-D0B8-47CA-A649-F7335FF890C0}" srcOrd="2" destOrd="0" parTransId="{2CEF1626-6EF5-4261-BA13-9709C0290FFF}" sibTransId="{958B6674-57A4-49FD-ABD5-7CFADF4AD680}"/>
    <dgm:cxn modelId="{CEE6C200-5A05-4D56-BF42-A335612C0528}" srcId="{19EECB8C-1F4C-4709-A17E-064BDF09EB7D}" destId="{13364DFE-15D8-46C3-B8F7-C89F5A1CDB0B}" srcOrd="1" destOrd="0" parTransId="{4DB91AD7-4B0E-4C14-BBA1-1F49A9A65397}" sibTransId="{FBBC8F31-0BB5-49C0-91C3-53B2D0D8BCD8}"/>
    <dgm:cxn modelId="{5962F230-E78D-4455-88DB-DBCE78A01BB2}" srcId="{8A128C6D-A5DF-4B7D-B598-38F8C286B33E}" destId="{BC3733D4-B9C6-440A-9383-85EC782043E8}" srcOrd="0" destOrd="0" parTransId="{3A6A9213-8DCB-48B8-8F74-5D36AA842B67}" sibTransId="{986F465B-692F-40D2-85E9-14E1045F7D5B}"/>
    <dgm:cxn modelId="{04323FD5-86AE-CA46-9C9C-BD7FDDB2EDBD}" type="presOf" srcId="{F0748298-73DF-456F-B8CD-5B71C5223717}" destId="{461B69B6-C003-4BF4-A785-426EC54039A4}" srcOrd="1" destOrd="0" presId="urn:microsoft.com/office/officeart/2005/8/layout/hProcess7"/>
    <dgm:cxn modelId="{8902F36B-3792-4409-900F-0353E762E827}" srcId="{46D0D6E9-D0B8-47CA-A649-F7335FF890C0}" destId="{C0CDFBF8-339F-4034-9C67-360F54DC0F92}" srcOrd="0" destOrd="0" parTransId="{EEEE6982-981D-447A-8D0A-4803E6C089EF}" sibTransId="{2B38A393-ACFF-43B8-904E-618BFA6D0C24}"/>
    <dgm:cxn modelId="{20ACE285-4EF8-4768-AE00-DCA12B3448B1}" srcId="{FDD1BB0E-4484-4071-82A1-B191A8FC05BE}" destId="{D1285AC5-386C-42A0-94E1-8F79B6C4AC87}" srcOrd="3" destOrd="0" parTransId="{D25116F1-F78C-41A6-9615-3822B871D39F}" sibTransId="{CD6AE788-7207-42BC-8733-0CF93069DD3C}"/>
    <dgm:cxn modelId="{AF7E684A-B711-4830-BFCF-120868434A3C}" srcId="{6A8D56E7-2D4C-45D5-9CC2-7568A97604FA}" destId="{94B27581-6E1C-417E-A28D-02B418DE5A8A}" srcOrd="1" destOrd="0" parTransId="{3BAC913A-7694-47B1-9C36-4F0B1C750EE5}" sibTransId="{F36790A2-A2A4-44F8-ABC6-07FB69CC1E68}"/>
    <dgm:cxn modelId="{4A6982F9-A71D-4DFD-B348-D780CA78B24D}" srcId="{F0748298-73DF-456F-B8CD-5B71C5223717}" destId="{8A128C6D-A5DF-4B7D-B598-38F8C286B33E}" srcOrd="0" destOrd="0" parTransId="{56AEE4BD-544D-4C85-8790-59D48337FC10}" sibTransId="{B788B807-4621-4CC7-8A28-01C627557ED0}"/>
    <dgm:cxn modelId="{FD792DF7-63FB-3A4A-AF5C-715EECFB9D4B}" type="presOf" srcId="{46D0D6E9-D0B8-47CA-A649-F7335FF890C0}" destId="{3567A0BA-8004-4E20-87EC-240EF4BC61EC}" srcOrd="0" destOrd="0" presId="urn:microsoft.com/office/officeart/2005/8/layout/hProcess7"/>
    <dgm:cxn modelId="{CB8013B7-75C7-45C4-A7CF-472622BFB34C}" srcId="{359C1CCC-CC07-45F3-BA82-CF8F32B4F3AA}" destId="{F0748298-73DF-456F-B8CD-5B71C5223717}" srcOrd="0" destOrd="0" parTransId="{3E1808B7-0924-45F0-BD88-54BAE25E8CB8}" sibTransId="{B78DECAD-1CB6-402C-9DB3-5ED90CB0343C}"/>
    <dgm:cxn modelId="{3D47331B-0129-3D4E-A9C6-D3916DA1A1B9}" type="presOf" srcId="{C48ED950-BC07-4804-BAB8-EABAB5E15E6E}" destId="{086E286A-7396-4203-801B-21F45D0579C7}" srcOrd="0" destOrd="3" presId="urn:microsoft.com/office/officeart/2005/8/layout/hProcess7"/>
    <dgm:cxn modelId="{AFB32D1A-F212-2B46-A6BC-AC898E986D8B}" type="presOf" srcId="{C0CDFBF8-339F-4034-9C67-360F54DC0F92}" destId="{086E286A-7396-4203-801B-21F45D0579C7}" srcOrd="0" destOrd="0" presId="urn:microsoft.com/office/officeart/2005/8/layout/hProcess7"/>
    <dgm:cxn modelId="{9FE0A0C4-2886-9E49-A58B-D40D7DDBE0A4}" type="presOf" srcId="{3F30EEEC-3617-4666-8BDC-EAC1EECA8B15}" destId="{43F2B60E-914A-45A3-8C5F-89143240CBD8}" srcOrd="0" destOrd="0" presId="urn:microsoft.com/office/officeart/2005/8/layout/hProcess7"/>
    <dgm:cxn modelId="{308EF20F-9BAD-4FEF-98CA-9D78A5C0DB3D}" srcId="{19EECB8C-1F4C-4709-A17E-064BDF09EB7D}" destId="{C48ED950-BC07-4804-BAB8-EABAB5E15E6E}" srcOrd="0" destOrd="0" parTransId="{2F2B693E-55E4-4261-9C3B-D10EA028D867}" sibTransId="{B5813F96-E189-4B8D-B2FF-B4A178CFBF3E}"/>
    <dgm:cxn modelId="{270719B0-C569-F549-B183-783ED23D04C4}" type="presOf" srcId="{198C6B35-DBC2-438D-8711-44AFA900E6BE}" destId="{5ED5B188-D1B5-438A-A3EE-3B871091632F}" srcOrd="0" destOrd="6" presId="urn:microsoft.com/office/officeart/2005/8/layout/hProcess7"/>
    <dgm:cxn modelId="{2531F3A6-9B92-4011-9F24-4A5125C95C4B}" srcId="{359C1CCC-CC07-45F3-BA82-CF8F32B4F3AA}" destId="{03362DB5-9120-46FF-B65A-DFA5250F5098}" srcOrd="1" destOrd="0" parTransId="{052B00CB-23E5-4DA7-B3B4-4E074BCB41A8}" sibTransId="{DCD9EF57-D7B3-42A2-A862-DEBA28142AA4}"/>
    <dgm:cxn modelId="{5A29E57D-7C7D-EB4E-A6B6-374B4AC83CD1}" type="presOf" srcId="{03362DB5-9120-46FF-B65A-DFA5250F5098}" destId="{699297CE-5A21-41BE-9DDA-D521FC7FAA84}" srcOrd="0" destOrd="0" presId="urn:microsoft.com/office/officeart/2005/8/layout/hProcess7"/>
    <dgm:cxn modelId="{C9B388BD-7FCA-0345-BD16-8AC97146A914}" type="presParOf" srcId="{FFFEA617-D182-42F5-B4AE-C81D1749875D}" destId="{837BDAA4-3985-45D2-B0C5-B0403D9E1A22}" srcOrd="0" destOrd="0" presId="urn:microsoft.com/office/officeart/2005/8/layout/hProcess7"/>
    <dgm:cxn modelId="{CC07CCC0-1E50-9841-BC7C-07C0523432BE}" type="presParOf" srcId="{837BDAA4-3985-45D2-B0C5-B0403D9E1A22}" destId="{437E330A-B90C-41D4-BD37-09340B62A4D5}" srcOrd="0" destOrd="0" presId="urn:microsoft.com/office/officeart/2005/8/layout/hProcess7"/>
    <dgm:cxn modelId="{1DBB08B2-4B65-F843-ADFC-7D2822A7AFF9}" type="presParOf" srcId="{837BDAA4-3985-45D2-B0C5-B0403D9E1A22}" destId="{461B69B6-C003-4BF4-A785-426EC54039A4}" srcOrd="1" destOrd="0" presId="urn:microsoft.com/office/officeart/2005/8/layout/hProcess7"/>
    <dgm:cxn modelId="{26EB8413-E101-224F-BC4D-E2173B6FD415}" type="presParOf" srcId="{837BDAA4-3985-45D2-B0C5-B0403D9E1A22}" destId="{5ED5B188-D1B5-438A-A3EE-3B871091632F}" srcOrd="2" destOrd="0" presId="urn:microsoft.com/office/officeart/2005/8/layout/hProcess7"/>
    <dgm:cxn modelId="{6B7C6749-F404-D848-BAC0-0A5C214A553B}" type="presParOf" srcId="{FFFEA617-D182-42F5-B4AE-C81D1749875D}" destId="{327EED6D-3169-468C-8685-95E2169635C4}" srcOrd="1" destOrd="0" presId="urn:microsoft.com/office/officeart/2005/8/layout/hProcess7"/>
    <dgm:cxn modelId="{CE82CC31-7AC3-D741-9D43-494854CE5207}" type="presParOf" srcId="{FFFEA617-D182-42F5-B4AE-C81D1749875D}" destId="{75751441-098D-4C02-938A-D080CA2790B5}" srcOrd="2" destOrd="0" presId="urn:microsoft.com/office/officeart/2005/8/layout/hProcess7"/>
    <dgm:cxn modelId="{6DA155FB-3C96-5E4C-BC9E-F91FFD5240ED}" type="presParOf" srcId="{75751441-098D-4C02-938A-D080CA2790B5}" destId="{7D8CE0BC-2E24-4924-AA86-ED9BF495D697}" srcOrd="0" destOrd="0" presId="urn:microsoft.com/office/officeart/2005/8/layout/hProcess7"/>
    <dgm:cxn modelId="{00F22F11-690C-8041-A800-32490345CFDF}" type="presParOf" srcId="{75751441-098D-4C02-938A-D080CA2790B5}" destId="{9B1AD531-A3F6-47AF-AB6F-42F672668B76}" srcOrd="1" destOrd="0" presId="urn:microsoft.com/office/officeart/2005/8/layout/hProcess7"/>
    <dgm:cxn modelId="{9D50085B-52AF-064B-B29D-00979A8BCB37}" type="presParOf" srcId="{75751441-098D-4C02-938A-D080CA2790B5}" destId="{8D384823-ED80-4980-9D22-3CE7ECA134A5}" srcOrd="2" destOrd="0" presId="urn:microsoft.com/office/officeart/2005/8/layout/hProcess7"/>
    <dgm:cxn modelId="{5B9E286D-1210-1F40-8902-0C47A35A29A7}" type="presParOf" srcId="{FFFEA617-D182-42F5-B4AE-C81D1749875D}" destId="{884C3A39-29DA-409F-B2CA-3CE92633E09D}" srcOrd="3" destOrd="0" presId="urn:microsoft.com/office/officeart/2005/8/layout/hProcess7"/>
    <dgm:cxn modelId="{EEC60260-05CC-6A48-ACC2-A856064ECC5D}" type="presParOf" srcId="{FFFEA617-D182-42F5-B4AE-C81D1749875D}" destId="{67A03E60-72F2-4D66-98BD-2300DEABD7A3}" srcOrd="4" destOrd="0" presId="urn:microsoft.com/office/officeart/2005/8/layout/hProcess7"/>
    <dgm:cxn modelId="{0A433EDB-B113-6844-A018-2165CB6814B7}" type="presParOf" srcId="{67A03E60-72F2-4D66-98BD-2300DEABD7A3}" destId="{699297CE-5A21-41BE-9DDA-D521FC7FAA84}" srcOrd="0" destOrd="0" presId="urn:microsoft.com/office/officeart/2005/8/layout/hProcess7"/>
    <dgm:cxn modelId="{8E7E2442-8DB7-1942-B78C-0DE388F1F9F6}" type="presParOf" srcId="{67A03E60-72F2-4D66-98BD-2300DEABD7A3}" destId="{CE9BC8B1-5123-4FD5-A62A-AC8AB8E48E61}" srcOrd="1" destOrd="0" presId="urn:microsoft.com/office/officeart/2005/8/layout/hProcess7"/>
    <dgm:cxn modelId="{142676F5-0480-6441-883B-E4E9EC6D90DB}" type="presParOf" srcId="{67A03E60-72F2-4D66-98BD-2300DEABD7A3}" destId="{590F318E-FAE9-41FF-8132-9F89F2B1903A}" srcOrd="2" destOrd="0" presId="urn:microsoft.com/office/officeart/2005/8/layout/hProcess7"/>
    <dgm:cxn modelId="{CBEA56CD-D93F-FE41-B90C-0AFEB8DCDD35}" type="presParOf" srcId="{FFFEA617-D182-42F5-B4AE-C81D1749875D}" destId="{6FCA1DFC-866E-4112-A8CD-DE5B95C4BB62}" srcOrd="5" destOrd="0" presId="urn:microsoft.com/office/officeart/2005/8/layout/hProcess7"/>
    <dgm:cxn modelId="{399135F3-3C97-AE41-8956-39C6E7299C1B}" type="presParOf" srcId="{FFFEA617-D182-42F5-B4AE-C81D1749875D}" destId="{3B582074-93D3-41D3-AA8B-BF09969FA250}" srcOrd="6" destOrd="0" presId="urn:microsoft.com/office/officeart/2005/8/layout/hProcess7"/>
    <dgm:cxn modelId="{EB89F37B-2B1F-8448-958F-6D87B5F03E3B}" type="presParOf" srcId="{3B582074-93D3-41D3-AA8B-BF09969FA250}" destId="{BE29A491-E432-4500-BB8D-274DBF983D42}" srcOrd="0" destOrd="0" presId="urn:microsoft.com/office/officeart/2005/8/layout/hProcess7"/>
    <dgm:cxn modelId="{F1EDFC2F-3EEB-534B-953F-2F98AD381CB3}" type="presParOf" srcId="{3B582074-93D3-41D3-AA8B-BF09969FA250}" destId="{54108CAD-0478-4471-9D14-8471AC5E40BA}" srcOrd="1" destOrd="0" presId="urn:microsoft.com/office/officeart/2005/8/layout/hProcess7"/>
    <dgm:cxn modelId="{AD4813AF-5CB8-BF4E-9FCD-310EEA3CC213}" type="presParOf" srcId="{3B582074-93D3-41D3-AA8B-BF09969FA250}" destId="{65FE4B95-4B1D-4EE9-B802-88BB499B36FF}" srcOrd="2" destOrd="0" presId="urn:microsoft.com/office/officeart/2005/8/layout/hProcess7"/>
    <dgm:cxn modelId="{45EE0ECE-575A-D545-A10F-DDDE6EEBE749}" type="presParOf" srcId="{FFFEA617-D182-42F5-B4AE-C81D1749875D}" destId="{078D31C5-39FA-4316-AB7A-301AFF701AB4}" srcOrd="7" destOrd="0" presId="urn:microsoft.com/office/officeart/2005/8/layout/hProcess7"/>
    <dgm:cxn modelId="{F3CBEAE2-F471-B24A-BCA2-5FED731F5629}" type="presParOf" srcId="{FFFEA617-D182-42F5-B4AE-C81D1749875D}" destId="{D9AF5E9C-EF15-4568-AB9A-AAB753A05F86}" srcOrd="8" destOrd="0" presId="urn:microsoft.com/office/officeart/2005/8/layout/hProcess7"/>
    <dgm:cxn modelId="{85279FEA-6F8E-D74C-8F97-FA913F5EE565}" type="presParOf" srcId="{D9AF5E9C-EF15-4568-AB9A-AAB753A05F86}" destId="{3567A0BA-8004-4E20-87EC-240EF4BC61EC}" srcOrd="0" destOrd="0" presId="urn:microsoft.com/office/officeart/2005/8/layout/hProcess7"/>
    <dgm:cxn modelId="{EB4BB78C-BAD0-D642-9B16-DFD7CC11B12E}" type="presParOf" srcId="{D9AF5E9C-EF15-4568-AB9A-AAB753A05F86}" destId="{DB473F62-F8CD-4A72-B219-BBAFDF1F1453}" srcOrd="1" destOrd="0" presId="urn:microsoft.com/office/officeart/2005/8/layout/hProcess7"/>
    <dgm:cxn modelId="{92B6E4B4-F227-D64C-84F8-F3405C4BDE72}" type="presParOf" srcId="{D9AF5E9C-EF15-4568-AB9A-AAB753A05F86}" destId="{086E286A-7396-4203-801B-21F45D0579C7}" srcOrd="2" destOrd="0" presId="urn:microsoft.com/office/officeart/2005/8/layout/hProcess7"/>
    <dgm:cxn modelId="{F95DCF17-AE2B-404D-B03A-BA3DDF2EF650}" type="presParOf" srcId="{FFFEA617-D182-42F5-B4AE-C81D1749875D}" destId="{6383A5D4-89EE-4415-BF94-4E1FE71E497A}" srcOrd="9" destOrd="0" presId="urn:microsoft.com/office/officeart/2005/8/layout/hProcess7"/>
    <dgm:cxn modelId="{7A786E62-8643-3B45-9F51-441862E2F276}" type="presParOf" srcId="{FFFEA617-D182-42F5-B4AE-C81D1749875D}" destId="{3901114B-092B-4853-B483-92573C14AC21}" srcOrd="10" destOrd="0" presId="urn:microsoft.com/office/officeart/2005/8/layout/hProcess7"/>
    <dgm:cxn modelId="{2DD47539-C061-1840-AF98-A41D00F5777D}" type="presParOf" srcId="{3901114B-092B-4853-B483-92573C14AC21}" destId="{F811D8E1-6E2A-42E0-A8C9-FB63598785F7}" srcOrd="0" destOrd="0" presId="urn:microsoft.com/office/officeart/2005/8/layout/hProcess7"/>
    <dgm:cxn modelId="{DE76B583-1420-1746-8D50-E85AEE4F6074}" type="presParOf" srcId="{3901114B-092B-4853-B483-92573C14AC21}" destId="{C77F9BDB-49B5-41AD-891F-62C462A37AC5}" srcOrd="1" destOrd="0" presId="urn:microsoft.com/office/officeart/2005/8/layout/hProcess7"/>
    <dgm:cxn modelId="{EAE0EDAE-5000-BF41-8253-89E394E856D4}" type="presParOf" srcId="{3901114B-092B-4853-B483-92573C14AC21}" destId="{67FD075E-2AA2-44DB-B050-55FB60A73ED0}" srcOrd="2" destOrd="0" presId="urn:microsoft.com/office/officeart/2005/8/layout/hProcess7"/>
    <dgm:cxn modelId="{1C503029-E8E5-AB47-8999-845C5AFBE6F6}" type="presParOf" srcId="{FFFEA617-D182-42F5-B4AE-C81D1749875D}" destId="{29C9022B-5E1E-4CB6-B479-E92BEA9E040E}" srcOrd="11" destOrd="0" presId="urn:microsoft.com/office/officeart/2005/8/layout/hProcess7"/>
    <dgm:cxn modelId="{01ADBD84-8D32-C346-B2F0-CA1D95620A1A}" type="presParOf" srcId="{FFFEA617-D182-42F5-B4AE-C81D1749875D}" destId="{6D546EA3-D798-48C1-B023-E6BF1C1649B4}" srcOrd="12" destOrd="0" presId="urn:microsoft.com/office/officeart/2005/8/layout/hProcess7"/>
    <dgm:cxn modelId="{0F2F33F9-4A8C-9D4C-B794-9FCC0487EA7A}" type="presParOf" srcId="{6D546EA3-D798-48C1-B023-E6BF1C1649B4}" destId="{43F2B60E-914A-45A3-8C5F-89143240CBD8}" srcOrd="0" destOrd="0" presId="urn:microsoft.com/office/officeart/2005/8/layout/hProcess7"/>
    <dgm:cxn modelId="{A3A6B6DE-CA3F-6A47-B3E3-617AA9296F11}" type="presParOf" srcId="{6D546EA3-D798-48C1-B023-E6BF1C1649B4}" destId="{7C429ED4-190C-4E6D-B177-1C04886D9869}" srcOrd="1" destOrd="0" presId="urn:microsoft.com/office/officeart/2005/8/layout/hProcess7"/>
    <dgm:cxn modelId="{17BAF04B-ACA3-9B4B-ADF8-7E7BB74F5DFB}" type="presParOf" srcId="{6D546EA3-D798-48C1-B023-E6BF1C1649B4}" destId="{07AA14FF-5CBF-4DF3-8D21-C7C81446B734}"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C67125-7229-4934-9050-0F56BA20B188}">
      <dsp:nvSpPr>
        <dsp:cNvPr id="0" name=""/>
        <dsp:cNvSpPr/>
      </dsp:nvSpPr>
      <dsp:spPr>
        <a:xfrm>
          <a:off x="1289971" y="-304249"/>
          <a:ext cx="2080173" cy="1996903"/>
        </a:xfrm>
        <a:prstGeom prst="ellipse">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MX" sz="1600" b="1" kern="1200" dirty="0">
              <a:solidFill>
                <a:schemeClr val="tx1"/>
              </a:solidFill>
            </a:rPr>
            <a:t>El proceso productivo</a:t>
          </a:r>
        </a:p>
      </dsp:txBody>
      <dsp:txXfrm>
        <a:off x="1594605" y="-11809"/>
        <a:ext cx="1470905" cy="1412023"/>
      </dsp:txXfrm>
    </dsp:sp>
    <dsp:sp modelId="{5AC8EE16-934F-4DEE-BE88-B1B6B16DA2DF}">
      <dsp:nvSpPr>
        <dsp:cNvPr id="0" name=""/>
        <dsp:cNvSpPr/>
      </dsp:nvSpPr>
      <dsp:spPr>
        <a:xfrm rot="2700000">
          <a:off x="3053605" y="1195006"/>
          <a:ext cx="22205" cy="467689"/>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s-MX" sz="1000" b="1" kern="1200">
            <a:solidFill>
              <a:schemeClr val="tx1"/>
            </a:solidFill>
          </a:endParaRPr>
        </a:p>
      </dsp:txBody>
      <dsp:txXfrm>
        <a:off x="3054580" y="1286189"/>
        <a:ext cx="15544" cy="280613"/>
      </dsp:txXfrm>
    </dsp:sp>
    <dsp:sp modelId="{AE79AD25-321A-45B5-A626-F66907A7B34C}">
      <dsp:nvSpPr>
        <dsp:cNvPr id="0" name=""/>
        <dsp:cNvSpPr/>
      </dsp:nvSpPr>
      <dsp:spPr>
        <a:xfrm>
          <a:off x="2760160" y="1165938"/>
          <a:ext cx="2080173" cy="1996903"/>
        </a:xfrm>
        <a:prstGeom prst="ellipse">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MX" sz="1600" b="1" kern="1200" dirty="0">
              <a:solidFill>
                <a:schemeClr val="tx1"/>
              </a:solidFill>
            </a:rPr>
            <a:t>Los costes de los procesos, de los materiales y de los sistemas de distribución y almacenamiento</a:t>
          </a:r>
        </a:p>
      </dsp:txBody>
      <dsp:txXfrm>
        <a:off x="3064794" y="1458378"/>
        <a:ext cx="1470905" cy="1412023"/>
      </dsp:txXfrm>
    </dsp:sp>
    <dsp:sp modelId="{16A5EACA-23C0-45DB-AEF9-E0ED988A5430}">
      <dsp:nvSpPr>
        <dsp:cNvPr id="0" name=""/>
        <dsp:cNvSpPr/>
      </dsp:nvSpPr>
      <dsp:spPr>
        <a:xfrm rot="8100000">
          <a:off x="3054493" y="2665195"/>
          <a:ext cx="22205" cy="467689"/>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s-MX" sz="1000" b="1" kern="1200">
            <a:solidFill>
              <a:schemeClr val="tx1"/>
            </a:solidFill>
          </a:endParaRPr>
        </a:p>
      </dsp:txBody>
      <dsp:txXfrm rot="10800000">
        <a:off x="3060179" y="2756378"/>
        <a:ext cx="15544" cy="280613"/>
      </dsp:txXfrm>
    </dsp:sp>
    <dsp:sp modelId="{F46D3945-D9EE-48FB-B9A8-D7472D4C3B23}">
      <dsp:nvSpPr>
        <dsp:cNvPr id="0" name=""/>
        <dsp:cNvSpPr/>
      </dsp:nvSpPr>
      <dsp:spPr>
        <a:xfrm>
          <a:off x="1289971" y="2636127"/>
          <a:ext cx="2080173" cy="1996903"/>
        </a:xfrm>
        <a:prstGeom prst="ellipse">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MX" sz="1600" b="1" kern="1200" dirty="0">
              <a:solidFill>
                <a:schemeClr val="tx1"/>
              </a:solidFill>
            </a:rPr>
            <a:t>La calidad del producto</a:t>
          </a:r>
        </a:p>
      </dsp:txBody>
      <dsp:txXfrm>
        <a:off x="1594605" y="2928567"/>
        <a:ext cx="1470905" cy="1412023"/>
      </dsp:txXfrm>
    </dsp:sp>
    <dsp:sp modelId="{83135C00-43A3-4ECD-AEEB-DD7DAFC566E0}">
      <dsp:nvSpPr>
        <dsp:cNvPr id="0" name=""/>
        <dsp:cNvSpPr/>
      </dsp:nvSpPr>
      <dsp:spPr>
        <a:xfrm rot="13500000">
          <a:off x="1584305" y="2666084"/>
          <a:ext cx="22205" cy="467689"/>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s-MX" sz="1000" b="1" kern="1200">
            <a:solidFill>
              <a:schemeClr val="tx1"/>
            </a:solidFill>
          </a:endParaRPr>
        </a:p>
      </dsp:txBody>
      <dsp:txXfrm rot="10800000">
        <a:off x="1589991" y="2761977"/>
        <a:ext cx="15544" cy="280613"/>
      </dsp:txXfrm>
    </dsp:sp>
    <dsp:sp modelId="{CC1BA9E0-53B2-44E3-8D11-FC7B91C509B1}">
      <dsp:nvSpPr>
        <dsp:cNvPr id="0" name=""/>
        <dsp:cNvSpPr/>
      </dsp:nvSpPr>
      <dsp:spPr>
        <a:xfrm>
          <a:off x="-180217" y="1165938"/>
          <a:ext cx="2080173" cy="1996903"/>
        </a:xfrm>
        <a:prstGeom prst="ellipse">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MX" sz="1600" b="1" kern="1200" dirty="0">
              <a:solidFill>
                <a:schemeClr val="tx1"/>
              </a:solidFill>
            </a:rPr>
            <a:t>La cuota de mercado</a:t>
          </a:r>
        </a:p>
      </dsp:txBody>
      <dsp:txXfrm>
        <a:off x="124417" y="1458378"/>
        <a:ext cx="1470905" cy="1412023"/>
      </dsp:txXfrm>
    </dsp:sp>
    <dsp:sp modelId="{52595EAD-7F27-4A43-96D0-C2C826C4B4FE}">
      <dsp:nvSpPr>
        <dsp:cNvPr id="0" name=""/>
        <dsp:cNvSpPr/>
      </dsp:nvSpPr>
      <dsp:spPr>
        <a:xfrm rot="18900000">
          <a:off x="1583416" y="1195895"/>
          <a:ext cx="22205" cy="467689"/>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s-MX" sz="1000" b="1" kern="1200">
            <a:solidFill>
              <a:schemeClr val="tx1"/>
            </a:solidFill>
          </a:endParaRPr>
        </a:p>
      </dsp:txBody>
      <dsp:txXfrm>
        <a:off x="1584391" y="1291788"/>
        <a:ext cx="15544" cy="2806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C67125-7229-4934-9050-0F56BA20B188}">
      <dsp:nvSpPr>
        <dsp:cNvPr id="0" name=""/>
        <dsp:cNvSpPr/>
      </dsp:nvSpPr>
      <dsp:spPr>
        <a:xfrm>
          <a:off x="96939" y="143839"/>
          <a:ext cx="2588471" cy="2467994"/>
        </a:xfrm>
        <a:prstGeom prst="ellipse">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MX" sz="1600" b="1" kern="1200" dirty="0">
              <a:solidFill>
                <a:schemeClr val="tx1"/>
              </a:solidFill>
            </a:rPr>
            <a:t>El proceso productivo</a:t>
          </a:r>
        </a:p>
      </dsp:txBody>
      <dsp:txXfrm>
        <a:off x="476012" y="505268"/>
        <a:ext cx="1830325" cy="174513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7028D0-CF1C-47EC-A096-CD22160E03D9}">
      <dsp:nvSpPr>
        <dsp:cNvPr id="0" name=""/>
        <dsp:cNvSpPr/>
      </dsp:nvSpPr>
      <dsp:spPr>
        <a:xfrm>
          <a:off x="889607" y="0"/>
          <a:ext cx="3357016" cy="3357016"/>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4D0E46-A665-41C1-9080-0291A1DA013D}">
      <dsp:nvSpPr>
        <dsp:cNvPr id="0" name=""/>
        <dsp:cNvSpPr/>
      </dsp:nvSpPr>
      <dsp:spPr>
        <a:xfrm>
          <a:off x="1208524" y="318916"/>
          <a:ext cx="1309236" cy="1309236"/>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s-MX" sz="1300" i="1" kern="1200" dirty="0">
              <a:solidFill>
                <a:schemeClr val="tx1"/>
              </a:solidFill>
            </a:rPr>
            <a:t>Cambio económico</a:t>
          </a:r>
          <a:endParaRPr lang="es-MX" sz="1300" kern="1200" dirty="0">
            <a:solidFill>
              <a:schemeClr val="tx1"/>
            </a:solidFill>
          </a:endParaRPr>
        </a:p>
      </dsp:txBody>
      <dsp:txXfrm>
        <a:off x="1272436" y="382828"/>
        <a:ext cx="1181412" cy="1181412"/>
      </dsp:txXfrm>
    </dsp:sp>
    <dsp:sp modelId="{A6EACA14-476E-4FB7-93B6-7BCF1973B580}">
      <dsp:nvSpPr>
        <dsp:cNvPr id="0" name=""/>
        <dsp:cNvSpPr/>
      </dsp:nvSpPr>
      <dsp:spPr>
        <a:xfrm>
          <a:off x="2618471" y="318916"/>
          <a:ext cx="1309236" cy="1309236"/>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s-MX" sz="1300" i="1" kern="1200" dirty="0">
              <a:solidFill>
                <a:schemeClr val="tx1"/>
              </a:solidFill>
            </a:rPr>
            <a:t>Cambio tecnológico</a:t>
          </a:r>
          <a:endParaRPr lang="es-MX" sz="1300" kern="1200" dirty="0">
            <a:solidFill>
              <a:schemeClr val="tx1"/>
            </a:solidFill>
          </a:endParaRPr>
        </a:p>
      </dsp:txBody>
      <dsp:txXfrm>
        <a:off x="2682383" y="382828"/>
        <a:ext cx="1181412" cy="1181412"/>
      </dsp:txXfrm>
    </dsp:sp>
    <dsp:sp modelId="{125E3C28-F432-48A6-B9A8-A102B906C401}">
      <dsp:nvSpPr>
        <dsp:cNvPr id="0" name=""/>
        <dsp:cNvSpPr/>
      </dsp:nvSpPr>
      <dsp:spPr>
        <a:xfrm>
          <a:off x="1208524" y="1728863"/>
          <a:ext cx="1309236" cy="1309236"/>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s-MX" sz="1300" i="1" kern="1200" dirty="0">
              <a:solidFill>
                <a:schemeClr val="tx1"/>
              </a:solidFill>
            </a:rPr>
            <a:t>Cambio sociológico y demográfico</a:t>
          </a:r>
          <a:endParaRPr lang="es-MX" sz="1300" kern="1200" dirty="0">
            <a:solidFill>
              <a:schemeClr val="tx1"/>
            </a:solidFill>
          </a:endParaRPr>
        </a:p>
      </dsp:txBody>
      <dsp:txXfrm>
        <a:off x="1272436" y="1792775"/>
        <a:ext cx="1181412" cy="1181412"/>
      </dsp:txXfrm>
    </dsp:sp>
    <dsp:sp modelId="{6C45F49A-64A4-4517-BB2A-A732A1B4671A}">
      <dsp:nvSpPr>
        <dsp:cNvPr id="0" name=""/>
        <dsp:cNvSpPr/>
      </dsp:nvSpPr>
      <dsp:spPr>
        <a:xfrm>
          <a:off x="2618471" y="1728863"/>
          <a:ext cx="1309236" cy="1309236"/>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s-MX" sz="1300" i="1" kern="1200" dirty="0">
              <a:solidFill>
                <a:schemeClr val="tx1"/>
              </a:solidFill>
            </a:rPr>
            <a:t>Cambio político</a:t>
          </a:r>
          <a:endParaRPr lang="es-MX" sz="1300" kern="1200" dirty="0">
            <a:solidFill>
              <a:schemeClr val="tx1"/>
            </a:solidFill>
          </a:endParaRPr>
        </a:p>
      </dsp:txBody>
      <dsp:txXfrm>
        <a:off x="2682383" y="1792775"/>
        <a:ext cx="1181412" cy="118141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D34512-1715-4E0D-BA23-D10C9790AD65}">
      <dsp:nvSpPr>
        <dsp:cNvPr id="0" name=""/>
        <dsp:cNvSpPr/>
      </dsp:nvSpPr>
      <dsp:spPr>
        <a:xfrm>
          <a:off x="798779" y="170885"/>
          <a:ext cx="3220156" cy="1884332"/>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057FA4-4CC3-437B-B294-DA2577BDC188}">
      <dsp:nvSpPr>
        <dsp:cNvPr id="0" name=""/>
        <dsp:cNvSpPr/>
      </dsp:nvSpPr>
      <dsp:spPr>
        <a:xfrm>
          <a:off x="759254" y="1738586"/>
          <a:ext cx="94497" cy="94497"/>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4EA568-5EA7-49A4-9991-14E545B38FDB}">
      <dsp:nvSpPr>
        <dsp:cNvPr id="0" name=""/>
        <dsp:cNvSpPr/>
      </dsp:nvSpPr>
      <dsp:spPr>
        <a:xfrm>
          <a:off x="829630" y="1785835"/>
          <a:ext cx="1551804" cy="6111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072" tIns="0" rIns="0" bIns="0" numCol="1" spcCol="1270" anchor="t" anchorCtr="0">
          <a:noAutofit/>
        </a:bodyPr>
        <a:lstStyle/>
        <a:p>
          <a:pPr lvl="0" algn="l" defTabSz="466725">
            <a:lnSpc>
              <a:spcPct val="90000"/>
            </a:lnSpc>
            <a:spcBef>
              <a:spcPct val="0"/>
            </a:spcBef>
            <a:spcAft>
              <a:spcPct val="35000"/>
            </a:spcAft>
          </a:pPr>
          <a:r>
            <a:rPr lang="es-MX" sz="1050" b="1" kern="1200" dirty="0"/>
            <a:t>Introducción</a:t>
          </a:r>
          <a:endParaRPr lang="es-MX" sz="1050" kern="1200" dirty="0"/>
        </a:p>
      </dsp:txBody>
      <dsp:txXfrm>
        <a:off x="829630" y="1785835"/>
        <a:ext cx="1551804" cy="611154"/>
      </dsp:txXfrm>
    </dsp:sp>
    <dsp:sp modelId="{94DD0255-A683-4F67-9F07-A5F111047BCF}">
      <dsp:nvSpPr>
        <dsp:cNvPr id="0" name=""/>
        <dsp:cNvSpPr/>
      </dsp:nvSpPr>
      <dsp:spPr>
        <a:xfrm>
          <a:off x="1270775" y="1247094"/>
          <a:ext cx="147909" cy="147909"/>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B5B612-4BAE-4139-9C29-601B3FC1BBEA}">
      <dsp:nvSpPr>
        <dsp:cNvPr id="0" name=""/>
        <dsp:cNvSpPr/>
      </dsp:nvSpPr>
      <dsp:spPr>
        <a:xfrm>
          <a:off x="1334189" y="1321049"/>
          <a:ext cx="1223291" cy="10759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74" tIns="0" rIns="0" bIns="0" numCol="1" spcCol="1270" anchor="t" anchorCtr="0">
          <a:noAutofit/>
        </a:bodyPr>
        <a:lstStyle/>
        <a:p>
          <a:pPr lvl="0" algn="l" defTabSz="466725">
            <a:lnSpc>
              <a:spcPct val="90000"/>
            </a:lnSpc>
            <a:spcBef>
              <a:spcPct val="0"/>
            </a:spcBef>
            <a:spcAft>
              <a:spcPct val="35000"/>
            </a:spcAft>
          </a:pPr>
          <a:r>
            <a:rPr lang="es-MX" sz="1050" b="1" kern="1200" dirty="0"/>
            <a:t>Crecimiento</a:t>
          </a:r>
          <a:endParaRPr lang="es-MX" sz="1050" kern="1200" dirty="0"/>
        </a:p>
      </dsp:txBody>
      <dsp:txXfrm>
        <a:off x="1334189" y="1321049"/>
        <a:ext cx="1223291" cy="1075939"/>
      </dsp:txXfrm>
    </dsp:sp>
    <dsp:sp modelId="{83C1FB8F-D712-4AC0-9BDA-6E08E9C891E8}">
      <dsp:nvSpPr>
        <dsp:cNvPr id="0" name=""/>
        <dsp:cNvSpPr/>
      </dsp:nvSpPr>
      <dsp:spPr>
        <a:xfrm>
          <a:off x="1928151" y="855237"/>
          <a:ext cx="197212" cy="197212"/>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328EEE-86E5-4FC9-841F-2564BB126F7A}">
      <dsp:nvSpPr>
        <dsp:cNvPr id="0" name=""/>
        <dsp:cNvSpPr/>
      </dsp:nvSpPr>
      <dsp:spPr>
        <a:xfrm>
          <a:off x="2026757" y="953843"/>
          <a:ext cx="792959" cy="1443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99" tIns="0" rIns="0" bIns="0" numCol="1" spcCol="1270" anchor="t" anchorCtr="0">
          <a:noAutofit/>
        </a:bodyPr>
        <a:lstStyle/>
        <a:p>
          <a:pPr lvl="0" algn="l" defTabSz="466725">
            <a:lnSpc>
              <a:spcPct val="90000"/>
            </a:lnSpc>
            <a:spcBef>
              <a:spcPct val="0"/>
            </a:spcBef>
            <a:spcAft>
              <a:spcPct val="35000"/>
            </a:spcAft>
          </a:pPr>
          <a:r>
            <a:rPr lang="es-MX" sz="1050" b="1" kern="1200" dirty="0"/>
            <a:t>Madurez</a:t>
          </a:r>
          <a:endParaRPr lang="es-MX" sz="1050" kern="1200" dirty="0"/>
        </a:p>
      </dsp:txBody>
      <dsp:txXfrm>
        <a:off x="2026757" y="953843"/>
        <a:ext cx="792959" cy="1443145"/>
      </dsp:txXfrm>
    </dsp:sp>
    <dsp:sp modelId="{CE477C37-3A06-4DD9-8995-C12BC2FD4928}">
      <dsp:nvSpPr>
        <dsp:cNvPr id="0" name=""/>
        <dsp:cNvSpPr/>
      </dsp:nvSpPr>
      <dsp:spPr>
        <a:xfrm>
          <a:off x="2692350" y="549146"/>
          <a:ext cx="254733" cy="25473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3D814F-58C6-4A43-96E8-15DDDE528627}">
      <dsp:nvSpPr>
        <dsp:cNvPr id="0" name=""/>
        <dsp:cNvSpPr/>
      </dsp:nvSpPr>
      <dsp:spPr>
        <a:xfrm>
          <a:off x="2819717" y="676513"/>
          <a:ext cx="821720" cy="1720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978" tIns="0" rIns="0" bIns="0" numCol="1" spcCol="1270" anchor="t" anchorCtr="0">
          <a:noAutofit/>
        </a:bodyPr>
        <a:lstStyle/>
        <a:p>
          <a:pPr lvl="0" algn="l" defTabSz="466725">
            <a:lnSpc>
              <a:spcPct val="90000"/>
            </a:lnSpc>
            <a:spcBef>
              <a:spcPct val="0"/>
            </a:spcBef>
            <a:spcAft>
              <a:spcPct val="35000"/>
            </a:spcAft>
          </a:pPr>
          <a:r>
            <a:rPr lang="es-MX" sz="1050" b="1" kern="1200" dirty="0"/>
            <a:t>Saturación</a:t>
          </a:r>
          <a:endParaRPr lang="es-MX" sz="1050" kern="1200" dirty="0"/>
        </a:p>
      </dsp:txBody>
      <dsp:txXfrm>
        <a:off x="2819717" y="676513"/>
        <a:ext cx="821720" cy="1720476"/>
      </dsp:txXfrm>
    </dsp:sp>
    <dsp:sp modelId="{F5F1FB36-32D2-440C-98CE-DD706683F303}">
      <dsp:nvSpPr>
        <dsp:cNvPr id="0" name=""/>
        <dsp:cNvSpPr/>
      </dsp:nvSpPr>
      <dsp:spPr>
        <a:xfrm>
          <a:off x="3479147" y="344743"/>
          <a:ext cx="324579" cy="324579"/>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D5F86C-2D1E-4624-AF5E-D616AD85F080}">
      <dsp:nvSpPr>
        <dsp:cNvPr id="0" name=""/>
        <dsp:cNvSpPr/>
      </dsp:nvSpPr>
      <dsp:spPr>
        <a:xfrm>
          <a:off x="3641437" y="507033"/>
          <a:ext cx="821720" cy="18899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988" tIns="0" rIns="0" bIns="0" numCol="1" spcCol="1270" anchor="t" anchorCtr="0">
          <a:noAutofit/>
        </a:bodyPr>
        <a:lstStyle/>
        <a:p>
          <a:pPr lvl="0" algn="l" defTabSz="466725">
            <a:lnSpc>
              <a:spcPct val="90000"/>
            </a:lnSpc>
            <a:spcBef>
              <a:spcPct val="0"/>
            </a:spcBef>
            <a:spcAft>
              <a:spcPct val="35000"/>
            </a:spcAft>
          </a:pPr>
          <a:r>
            <a:rPr lang="es-MX" sz="1050" b="1" kern="1200" dirty="0"/>
            <a:t>Declive</a:t>
          </a:r>
          <a:endParaRPr lang="es-MX" sz="1050" kern="1200" dirty="0"/>
        </a:p>
      </dsp:txBody>
      <dsp:txXfrm>
        <a:off x="3641437" y="507033"/>
        <a:ext cx="821720" cy="188995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075431-365B-4716-A260-695A14F2179A}">
      <dsp:nvSpPr>
        <dsp:cNvPr id="0" name=""/>
        <dsp:cNvSpPr/>
      </dsp:nvSpPr>
      <dsp:spPr>
        <a:xfrm>
          <a:off x="3486161" y="0"/>
          <a:ext cx="1743080" cy="1084259"/>
        </a:xfrm>
        <a:prstGeom prst="trapezoid">
          <a:avLst>
            <a:gd name="adj" fmla="val 80381"/>
          </a:avLst>
        </a:prstGeom>
        <a:gradFill rotWithShape="0">
          <a:gsLst>
            <a:gs pos="0">
              <a:schemeClr val="accent2">
                <a:hueOff val="0"/>
                <a:satOff val="0"/>
                <a:lumOff val="0"/>
                <a:alphaOff val="0"/>
                <a:tint val="94000"/>
                <a:satMod val="100000"/>
                <a:lumMod val="108000"/>
              </a:schemeClr>
            </a:gs>
            <a:gs pos="50000">
              <a:schemeClr val="accent2">
                <a:hueOff val="0"/>
                <a:satOff val="0"/>
                <a:lumOff val="0"/>
                <a:alphaOff val="0"/>
                <a:tint val="98000"/>
                <a:shade val="100000"/>
                <a:satMod val="100000"/>
                <a:lumMod val="100000"/>
              </a:schemeClr>
            </a:gs>
            <a:gs pos="100000">
              <a:schemeClr val="accent2">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s-MX" sz="2500" kern="1200" dirty="0">
              <a:effectLst>
                <a:outerShdw blurRad="38100" dist="38100" dir="2700000" algn="tl">
                  <a:srgbClr val="000000">
                    <a:alpha val="43137"/>
                  </a:srgbClr>
                </a:outerShdw>
              </a:effectLst>
              <a:latin typeface="Agency FB" pitchFamily="34" charset="0"/>
            </a:rPr>
            <a:t>Implantación</a:t>
          </a:r>
        </a:p>
      </dsp:txBody>
      <dsp:txXfrm>
        <a:off x="3486161" y="0"/>
        <a:ext cx="1743080" cy="1084259"/>
      </dsp:txXfrm>
    </dsp:sp>
    <dsp:sp modelId="{AAFE010D-CF28-475C-A306-F0E99557A783}">
      <dsp:nvSpPr>
        <dsp:cNvPr id="0" name=""/>
        <dsp:cNvSpPr/>
      </dsp:nvSpPr>
      <dsp:spPr>
        <a:xfrm>
          <a:off x="2614621" y="1084259"/>
          <a:ext cx="3486161" cy="1084259"/>
        </a:xfrm>
        <a:prstGeom prst="trapezoid">
          <a:avLst>
            <a:gd name="adj" fmla="val 80381"/>
          </a:avLst>
        </a:prstGeom>
        <a:gradFill rotWithShape="0">
          <a:gsLst>
            <a:gs pos="0">
              <a:schemeClr val="accent3">
                <a:hueOff val="0"/>
                <a:satOff val="0"/>
                <a:lumOff val="0"/>
                <a:alphaOff val="0"/>
                <a:tint val="94000"/>
                <a:satMod val="100000"/>
                <a:lumMod val="108000"/>
              </a:schemeClr>
            </a:gs>
            <a:gs pos="50000">
              <a:schemeClr val="accent3">
                <a:hueOff val="0"/>
                <a:satOff val="0"/>
                <a:lumOff val="0"/>
                <a:alphaOff val="0"/>
                <a:tint val="98000"/>
                <a:shade val="100000"/>
                <a:satMod val="100000"/>
                <a:lumMod val="100000"/>
              </a:schemeClr>
            </a:gs>
            <a:gs pos="100000">
              <a:schemeClr val="accent3">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s-MX" sz="2500" kern="1200" dirty="0">
              <a:effectLst>
                <a:outerShdw blurRad="38100" dist="38100" dir="2700000" algn="tl">
                  <a:srgbClr val="000000">
                    <a:alpha val="43137"/>
                  </a:srgbClr>
                </a:outerShdw>
              </a:effectLst>
              <a:latin typeface="Agency FB" pitchFamily="34" charset="0"/>
            </a:rPr>
            <a:t>Diseño  del proceso</a:t>
          </a:r>
        </a:p>
      </dsp:txBody>
      <dsp:txXfrm>
        <a:off x="3224699" y="1084259"/>
        <a:ext cx="2266005" cy="1084259"/>
      </dsp:txXfrm>
    </dsp:sp>
    <dsp:sp modelId="{06F05BD5-B287-44AD-BAFF-FD26BDDFD74F}">
      <dsp:nvSpPr>
        <dsp:cNvPr id="0" name=""/>
        <dsp:cNvSpPr/>
      </dsp:nvSpPr>
      <dsp:spPr>
        <a:xfrm>
          <a:off x="1743080" y="2168519"/>
          <a:ext cx="5229242" cy="1084259"/>
        </a:xfrm>
        <a:prstGeom prst="trapezoid">
          <a:avLst>
            <a:gd name="adj" fmla="val 80381"/>
          </a:avLst>
        </a:prstGeom>
        <a:gradFill rotWithShape="0">
          <a:gsLst>
            <a:gs pos="0">
              <a:schemeClr val="accent4">
                <a:hueOff val="0"/>
                <a:satOff val="0"/>
                <a:lumOff val="0"/>
                <a:alphaOff val="0"/>
                <a:tint val="94000"/>
                <a:satMod val="100000"/>
                <a:lumMod val="108000"/>
              </a:schemeClr>
            </a:gs>
            <a:gs pos="50000">
              <a:schemeClr val="accent4">
                <a:hueOff val="0"/>
                <a:satOff val="0"/>
                <a:lumOff val="0"/>
                <a:alphaOff val="0"/>
                <a:tint val="98000"/>
                <a:shade val="100000"/>
                <a:satMod val="100000"/>
                <a:lumMod val="100000"/>
              </a:schemeClr>
            </a:gs>
            <a:gs pos="100000">
              <a:schemeClr val="accent4">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s-MX" sz="2500" kern="1200" dirty="0">
              <a:effectLst>
                <a:outerShdw blurRad="38100" dist="38100" dir="2700000" algn="tl">
                  <a:srgbClr val="000000">
                    <a:alpha val="43137"/>
                  </a:srgbClr>
                </a:outerShdw>
              </a:effectLst>
              <a:latin typeface="Agency FB" pitchFamily="34" charset="0"/>
            </a:rPr>
            <a:t>Diseño detallado</a:t>
          </a:r>
        </a:p>
      </dsp:txBody>
      <dsp:txXfrm>
        <a:off x="2658198" y="2168519"/>
        <a:ext cx="3399007" cy="1084259"/>
      </dsp:txXfrm>
    </dsp:sp>
    <dsp:sp modelId="{CDF8E1AB-51EA-44CE-86B5-1506B5B83A1C}">
      <dsp:nvSpPr>
        <dsp:cNvPr id="0" name=""/>
        <dsp:cNvSpPr/>
      </dsp:nvSpPr>
      <dsp:spPr>
        <a:xfrm>
          <a:off x="871540" y="3252778"/>
          <a:ext cx="6972323" cy="1084259"/>
        </a:xfrm>
        <a:prstGeom prst="trapezoid">
          <a:avLst>
            <a:gd name="adj" fmla="val 80381"/>
          </a:avLst>
        </a:prstGeom>
        <a:gradFill rotWithShape="0">
          <a:gsLst>
            <a:gs pos="0">
              <a:schemeClr val="accent5">
                <a:hueOff val="0"/>
                <a:satOff val="0"/>
                <a:lumOff val="0"/>
                <a:alphaOff val="0"/>
                <a:tint val="94000"/>
                <a:satMod val="100000"/>
                <a:lumMod val="108000"/>
              </a:schemeClr>
            </a:gs>
            <a:gs pos="50000">
              <a:schemeClr val="accent5">
                <a:hueOff val="0"/>
                <a:satOff val="0"/>
                <a:lumOff val="0"/>
                <a:alphaOff val="0"/>
                <a:tint val="98000"/>
                <a:shade val="100000"/>
                <a:satMod val="100000"/>
                <a:lumMod val="100000"/>
              </a:schemeClr>
            </a:gs>
            <a:gs pos="100000">
              <a:schemeClr val="accent5">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s-MX" sz="2500" kern="1200" dirty="0">
              <a:effectLst>
                <a:outerShdw blurRad="38100" dist="38100" dir="2700000" algn="tl">
                  <a:srgbClr val="000000">
                    <a:alpha val="43137"/>
                  </a:srgbClr>
                </a:outerShdw>
              </a:effectLst>
              <a:latin typeface="Agency FB" pitchFamily="34" charset="0"/>
            </a:rPr>
            <a:t>Análisis de Viabilidad</a:t>
          </a:r>
        </a:p>
      </dsp:txBody>
      <dsp:txXfrm>
        <a:off x="2091696" y="3252778"/>
        <a:ext cx="4532010" cy="1084259"/>
      </dsp:txXfrm>
    </dsp:sp>
    <dsp:sp modelId="{1AE294A3-A504-4977-B181-952344192730}">
      <dsp:nvSpPr>
        <dsp:cNvPr id="0" name=""/>
        <dsp:cNvSpPr/>
      </dsp:nvSpPr>
      <dsp:spPr>
        <a:xfrm>
          <a:off x="0" y="4337038"/>
          <a:ext cx="8715404" cy="1084259"/>
        </a:xfrm>
        <a:prstGeom prst="trapezoid">
          <a:avLst>
            <a:gd name="adj" fmla="val 80381"/>
          </a:avLst>
        </a:prstGeom>
        <a:gradFill rotWithShape="0">
          <a:gsLst>
            <a:gs pos="0">
              <a:schemeClr val="accent6">
                <a:hueOff val="0"/>
                <a:satOff val="0"/>
                <a:lumOff val="0"/>
                <a:alphaOff val="0"/>
                <a:tint val="94000"/>
                <a:satMod val="100000"/>
                <a:lumMod val="108000"/>
              </a:schemeClr>
            </a:gs>
            <a:gs pos="50000">
              <a:schemeClr val="accent6">
                <a:hueOff val="0"/>
                <a:satOff val="0"/>
                <a:lumOff val="0"/>
                <a:alphaOff val="0"/>
                <a:tint val="98000"/>
                <a:shade val="100000"/>
                <a:satMod val="100000"/>
                <a:lumMod val="100000"/>
              </a:schemeClr>
            </a:gs>
            <a:gs pos="100000">
              <a:schemeClr val="accent6">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s-MX" sz="2500" kern="1200" dirty="0">
              <a:effectLst>
                <a:outerShdw blurRad="38100" dist="38100" dir="2700000" algn="tl">
                  <a:srgbClr val="000000">
                    <a:alpha val="43137"/>
                  </a:srgbClr>
                </a:outerShdw>
              </a:effectLst>
              <a:latin typeface="Agency FB" pitchFamily="34" charset="0"/>
            </a:rPr>
            <a:t>Especificaciones generales del producto</a:t>
          </a:r>
        </a:p>
      </dsp:txBody>
      <dsp:txXfrm>
        <a:off x="1525195" y="4337038"/>
        <a:ext cx="5665012" cy="108425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C0DBE-F0D4-4D8D-BEF5-F1BF3D2FF7EE}">
      <dsp:nvSpPr>
        <dsp:cNvPr id="0" name=""/>
        <dsp:cNvSpPr/>
      </dsp:nvSpPr>
      <dsp:spPr>
        <a:xfrm>
          <a:off x="0" y="31656"/>
          <a:ext cx="4664014" cy="958995"/>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s-MX" sz="1500" kern="1200" dirty="0"/>
            <a:t>Gerencia de Ventas</a:t>
          </a:r>
        </a:p>
        <a:p>
          <a:pPr marL="114300" lvl="1" indent="-114300" algn="l" defTabSz="533400">
            <a:lnSpc>
              <a:spcPct val="90000"/>
            </a:lnSpc>
            <a:spcBef>
              <a:spcPct val="0"/>
            </a:spcBef>
            <a:spcAft>
              <a:spcPct val="15000"/>
            </a:spcAft>
            <a:buChar char="••"/>
          </a:pPr>
          <a:r>
            <a:rPr lang="es-MX" sz="1200" kern="1200" dirty="0"/>
            <a:t>Comunicación y promoción</a:t>
          </a:r>
        </a:p>
        <a:p>
          <a:pPr marL="114300" lvl="1" indent="-114300" algn="l" defTabSz="533400">
            <a:lnSpc>
              <a:spcPct val="90000"/>
            </a:lnSpc>
            <a:spcBef>
              <a:spcPct val="0"/>
            </a:spcBef>
            <a:spcAft>
              <a:spcPct val="15000"/>
            </a:spcAft>
            <a:buChar char="••"/>
          </a:pPr>
          <a:r>
            <a:rPr lang="es-MX" sz="1200" kern="1200" dirty="0"/>
            <a:t>Metas y cumplimiento</a:t>
          </a:r>
        </a:p>
      </dsp:txBody>
      <dsp:txXfrm>
        <a:off x="1028702" y="31656"/>
        <a:ext cx="3635312" cy="958995"/>
      </dsp:txXfrm>
    </dsp:sp>
    <dsp:sp modelId="{EA111EEB-FB81-4B21-BB04-1DDC6B2DE51B}">
      <dsp:nvSpPr>
        <dsp:cNvPr id="0" name=""/>
        <dsp:cNvSpPr/>
      </dsp:nvSpPr>
      <dsp:spPr>
        <a:xfrm>
          <a:off x="201562" y="95899"/>
          <a:ext cx="637337" cy="767196"/>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69000" r="-69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7F735FE-2A24-4E74-80EB-9A4229F7DAA4}">
      <dsp:nvSpPr>
        <dsp:cNvPr id="0" name=""/>
        <dsp:cNvSpPr/>
      </dsp:nvSpPr>
      <dsp:spPr>
        <a:xfrm>
          <a:off x="0" y="1054894"/>
          <a:ext cx="4664014" cy="958995"/>
        </a:xfrm>
        <a:prstGeom prst="roundRect">
          <a:avLst>
            <a:gd name="adj" fmla="val 10000"/>
          </a:avLst>
        </a:prstGeom>
        <a:solidFill>
          <a:schemeClr val="accent2">
            <a:hueOff val="-2187096"/>
            <a:satOff val="-4210"/>
            <a:lumOff val="29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s-MX" sz="1500" kern="1200" dirty="0"/>
            <a:t>Emisión</a:t>
          </a:r>
        </a:p>
        <a:p>
          <a:pPr marL="114300" lvl="1" indent="-114300" algn="l" defTabSz="533400">
            <a:lnSpc>
              <a:spcPct val="90000"/>
            </a:lnSpc>
            <a:spcBef>
              <a:spcPct val="0"/>
            </a:spcBef>
            <a:spcAft>
              <a:spcPct val="15000"/>
            </a:spcAft>
            <a:buChar char="••"/>
          </a:pPr>
          <a:r>
            <a:rPr lang="es-MX" sz="1200" kern="1200" dirty="0"/>
            <a:t>Políticas de suscripción</a:t>
          </a:r>
        </a:p>
        <a:p>
          <a:pPr marL="114300" lvl="1" indent="-114300" algn="l" defTabSz="533400">
            <a:lnSpc>
              <a:spcPct val="90000"/>
            </a:lnSpc>
            <a:spcBef>
              <a:spcPct val="0"/>
            </a:spcBef>
            <a:spcAft>
              <a:spcPct val="15000"/>
            </a:spcAft>
            <a:buChar char="••"/>
          </a:pPr>
          <a:r>
            <a:rPr lang="es-MX" sz="1200" kern="1200" dirty="0"/>
            <a:t>Producción</a:t>
          </a:r>
        </a:p>
      </dsp:txBody>
      <dsp:txXfrm>
        <a:off x="1028702" y="1054894"/>
        <a:ext cx="3635312" cy="958995"/>
      </dsp:txXfrm>
    </dsp:sp>
    <dsp:sp modelId="{4157D201-6AB1-4E2C-8768-3BBDE7FE1E62}">
      <dsp:nvSpPr>
        <dsp:cNvPr id="0" name=""/>
        <dsp:cNvSpPr/>
      </dsp:nvSpPr>
      <dsp:spPr>
        <a:xfrm>
          <a:off x="230610" y="1150794"/>
          <a:ext cx="663381" cy="767196"/>
        </a:xfrm>
        <a:prstGeom prst="roundRect">
          <a:avLst>
            <a:gd name="adj" fmla="val 10000"/>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t="-15000" b="-15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4CB3E08-84B4-4D79-B090-F1590D3315E3}">
      <dsp:nvSpPr>
        <dsp:cNvPr id="0" name=""/>
        <dsp:cNvSpPr/>
      </dsp:nvSpPr>
      <dsp:spPr>
        <a:xfrm>
          <a:off x="0" y="2109789"/>
          <a:ext cx="4664014" cy="958995"/>
        </a:xfrm>
        <a:prstGeom prst="roundRect">
          <a:avLst>
            <a:gd name="adj" fmla="val 10000"/>
          </a:avLst>
        </a:prstGeom>
        <a:solidFill>
          <a:schemeClr val="accent2">
            <a:hueOff val="-4374192"/>
            <a:satOff val="-8420"/>
            <a:lumOff val="58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s-MX" sz="1500" kern="1200" dirty="0"/>
            <a:t>Siniestros</a:t>
          </a:r>
        </a:p>
        <a:p>
          <a:pPr marL="114300" lvl="1" indent="-114300" algn="l" defTabSz="533400">
            <a:lnSpc>
              <a:spcPct val="90000"/>
            </a:lnSpc>
            <a:spcBef>
              <a:spcPct val="0"/>
            </a:spcBef>
            <a:spcAft>
              <a:spcPct val="15000"/>
            </a:spcAft>
            <a:buChar char="••"/>
          </a:pPr>
          <a:r>
            <a:rPr lang="es-MX" sz="1200" kern="1200" dirty="0"/>
            <a:t>Conocimiento de Coberturas</a:t>
          </a:r>
        </a:p>
        <a:p>
          <a:pPr marL="114300" lvl="1" indent="-114300" algn="l" defTabSz="533400">
            <a:lnSpc>
              <a:spcPct val="90000"/>
            </a:lnSpc>
            <a:spcBef>
              <a:spcPct val="0"/>
            </a:spcBef>
            <a:spcAft>
              <a:spcPct val="15000"/>
            </a:spcAft>
            <a:buChar char="••"/>
          </a:pPr>
          <a:r>
            <a:rPr lang="es-MX" sz="1200" kern="1200" dirty="0"/>
            <a:t>Procedimientos de indemnización</a:t>
          </a:r>
        </a:p>
      </dsp:txBody>
      <dsp:txXfrm>
        <a:off x="1028702" y="2109789"/>
        <a:ext cx="3635312" cy="958995"/>
      </dsp:txXfrm>
    </dsp:sp>
    <dsp:sp modelId="{F728D1E9-DDB1-443B-BC37-200F6BDF91A0}">
      <dsp:nvSpPr>
        <dsp:cNvPr id="0" name=""/>
        <dsp:cNvSpPr/>
      </dsp:nvSpPr>
      <dsp:spPr>
        <a:xfrm>
          <a:off x="230610" y="2205688"/>
          <a:ext cx="663381" cy="767196"/>
        </a:xfrm>
        <a:prstGeom prst="roundRect">
          <a:avLst>
            <a:gd name="adj" fmla="val 10000"/>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t="-46000" b="-4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7E330A-B90C-41D4-BD37-09340B62A4D5}">
      <dsp:nvSpPr>
        <dsp:cNvPr id="0" name=""/>
        <dsp:cNvSpPr/>
      </dsp:nvSpPr>
      <dsp:spPr>
        <a:xfrm>
          <a:off x="2898" y="985909"/>
          <a:ext cx="1743484" cy="2092181"/>
        </a:xfrm>
        <a:prstGeom prst="roundRect">
          <a:avLst>
            <a:gd name="adj" fmla="val 5000"/>
          </a:avLst>
        </a:prstGeom>
        <a:solidFill>
          <a:schemeClr val="accent2">
            <a:hueOff val="0"/>
            <a:satOff val="0"/>
            <a:lumOff val="0"/>
            <a:alphaOff val="0"/>
          </a:scheme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0" tIns="61722" rIns="80010" bIns="0" numCol="1" spcCol="1270" anchor="t" anchorCtr="0">
          <a:noAutofit/>
        </a:bodyPr>
        <a:lstStyle/>
        <a:p>
          <a:pPr lvl="0" algn="r" defTabSz="800100">
            <a:lnSpc>
              <a:spcPct val="90000"/>
            </a:lnSpc>
            <a:spcBef>
              <a:spcPct val="0"/>
            </a:spcBef>
            <a:spcAft>
              <a:spcPct val="35000"/>
            </a:spcAft>
          </a:pPr>
          <a:r>
            <a:rPr lang="es-MX" sz="1800" kern="1200" dirty="0">
              <a:solidFill>
                <a:schemeClr val="accent6">
                  <a:lumMod val="50000"/>
                </a:schemeClr>
              </a:solidFill>
            </a:rPr>
            <a:t>Definición de:</a:t>
          </a:r>
        </a:p>
      </dsp:txBody>
      <dsp:txXfrm rot="16200000">
        <a:off x="-680547" y="1669355"/>
        <a:ext cx="1715588" cy="348696"/>
      </dsp:txXfrm>
    </dsp:sp>
    <dsp:sp modelId="{5ED5B188-D1B5-438A-A3EE-3B871091632F}">
      <dsp:nvSpPr>
        <dsp:cNvPr id="0" name=""/>
        <dsp:cNvSpPr/>
      </dsp:nvSpPr>
      <dsp:spPr>
        <a:xfrm>
          <a:off x="351595" y="985909"/>
          <a:ext cx="1298895" cy="2092181"/>
        </a:xfrm>
        <a:prstGeom prst="rect">
          <a:avLst/>
        </a:prstGeom>
        <a:no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dsp:spPr>
      <dsp:style>
        <a:lnRef idx="0">
          <a:scrgbClr r="0" g="0" b="0"/>
        </a:lnRef>
        <a:fillRef idx="1">
          <a:scrgbClr r="0" g="0" b="0"/>
        </a:fillRef>
        <a:effectRef idx="2">
          <a:scrgbClr r="0" g="0" b="0"/>
        </a:effectRef>
        <a:fontRef idx="minor">
          <a:schemeClr val="lt1"/>
        </a:fontRef>
      </dsp:style>
      <dsp:txBody>
        <a:bodyPr spcFirstLastPara="0" vert="horz" wrap="square" lIns="0" tIns="44577" rIns="0" bIns="0" numCol="1" spcCol="1270" anchor="t" anchorCtr="0">
          <a:noAutofit/>
        </a:bodyPr>
        <a:lstStyle/>
        <a:p>
          <a:pPr lvl="0" algn="l" defTabSz="577850">
            <a:lnSpc>
              <a:spcPct val="90000"/>
            </a:lnSpc>
            <a:spcBef>
              <a:spcPct val="0"/>
            </a:spcBef>
            <a:spcAft>
              <a:spcPct val="35000"/>
            </a:spcAft>
          </a:pPr>
          <a:r>
            <a:rPr lang="es-MX" sz="1300" kern="1200" dirty="0">
              <a:solidFill>
                <a:schemeClr val="accent6">
                  <a:lumMod val="50000"/>
                </a:schemeClr>
              </a:solidFill>
            </a:rPr>
            <a:t>Coberturas</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Básicas.</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Adicionales.</a:t>
          </a:r>
        </a:p>
        <a:p>
          <a:pPr lvl="0" algn="l" defTabSz="577850">
            <a:lnSpc>
              <a:spcPct val="90000"/>
            </a:lnSpc>
            <a:spcBef>
              <a:spcPct val="0"/>
            </a:spcBef>
            <a:spcAft>
              <a:spcPct val="35000"/>
            </a:spcAft>
          </a:pPr>
          <a:r>
            <a:rPr lang="es-MX" sz="1300" kern="1200" dirty="0">
              <a:solidFill>
                <a:schemeClr val="accent6">
                  <a:lumMod val="50000"/>
                </a:schemeClr>
              </a:solidFill>
            </a:rPr>
            <a:t>Condiciones.</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Límites.</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Sub-limites.</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Deducibles.</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Coaseguros</a:t>
          </a:r>
          <a:r>
            <a:rPr lang="es-MX" sz="1000" kern="1200" dirty="0"/>
            <a:t>.	</a:t>
          </a:r>
        </a:p>
      </dsp:txBody>
      <dsp:txXfrm>
        <a:off x="351595" y="985909"/>
        <a:ext cx="1298895" cy="2092181"/>
      </dsp:txXfrm>
    </dsp:sp>
    <dsp:sp modelId="{699297CE-5A21-41BE-9DDA-D521FC7FAA84}">
      <dsp:nvSpPr>
        <dsp:cNvPr id="0" name=""/>
        <dsp:cNvSpPr/>
      </dsp:nvSpPr>
      <dsp:spPr>
        <a:xfrm>
          <a:off x="1807404" y="985909"/>
          <a:ext cx="1743484" cy="2092181"/>
        </a:xfrm>
        <a:prstGeom prst="roundRect">
          <a:avLst>
            <a:gd name="adj" fmla="val 5000"/>
          </a:avLst>
        </a:prstGeom>
        <a:solidFill>
          <a:schemeClr val="accent2">
            <a:hueOff val="-1458064"/>
            <a:satOff val="-2807"/>
            <a:lumOff val="196"/>
            <a:alphaOff val="0"/>
          </a:scheme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0" tIns="34290" rIns="44450" bIns="0" numCol="1" spcCol="1270" anchor="t" anchorCtr="0">
          <a:noAutofit/>
        </a:bodyPr>
        <a:lstStyle/>
        <a:p>
          <a:pPr lvl="0" algn="r" defTabSz="444500">
            <a:lnSpc>
              <a:spcPct val="90000"/>
            </a:lnSpc>
            <a:spcBef>
              <a:spcPct val="0"/>
            </a:spcBef>
            <a:spcAft>
              <a:spcPct val="35000"/>
            </a:spcAft>
          </a:pPr>
          <a:r>
            <a:rPr lang="es-MX" sz="1000" kern="1200" dirty="0">
              <a:solidFill>
                <a:schemeClr val="accent6">
                  <a:lumMod val="50000"/>
                </a:schemeClr>
              </a:solidFill>
            </a:rPr>
            <a:t>Elaboración de</a:t>
          </a:r>
        </a:p>
      </dsp:txBody>
      <dsp:txXfrm rot="16200000">
        <a:off x="1123958" y="1669355"/>
        <a:ext cx="1715588" cy="348696"/>
      </dsp:txXfrm>
    </dsp:sp>
    <dsp:sp modelId="{9B1AD531-A3F6-47AF-AB6F-42F672668B76}">
      <dsp:nvSpPr>
        <dsp:cNvPr id="0" name=""/>
        <dsp:cNvSpPr/>
      </dsp:nvSpPr>
      <dsp:spPr>
        <a:xfrm rot="5400000">
          <a:off x="1662495" y="2647461"/>
          <a:ext cx="307253" cy="261522"/>
        </a:xfrm>
        <a:prstGeom prst="flowChartExtra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590F318E-FAE9-41FF-8132-9F89F2B1903A}">
      <dsp:nvSpPr>
        <dsp:cNvPr id="0" name=""/>
        <dsp:cNvSpPr/>
      </dsp:nvSpPr>
      <dsp:spPr>
        <a:xfrm>
          <a:off x="2156101" y="985909"/>
          <a:ext cx="1298895" cy="2092181"/>
        </a:xfrm>
        <a:prstGeom prst="rect">
          <a:avLst/>
        </a:prstGeom>
        <a:no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dsp:spPr>
      <dsp:style>
        <a:lnRef idx="0">
          <a:scrgbClr r="0" g="0" b="0"/>
        </a:lnRef>
        <a:fillRef idx="1">
          <a:scrgbClr r="0" g="0" b="0"/>
        </a:fillRef>
        <a:effectRef idx="2">
          <a:scrgbClr r="0" g="0" b="0"/>
        </a:effectRef>
        <a:fontRef idx="minor">
          <a:schemeClr val="lt1"/>
        </a:fontRef>
      </dsp:style>
      <dsp:txBody>
        <a:bodyPr spcFirstLastPara="0" vert="horz" wrap="square" lIns="0" tIns="44577" rIns="0" bIns="0" numCol="1" spcCol="1270" anchor="t" anchorCtr="0">
          <a:noAutofit/>
        </a:bodyPr>
        <a:lstStyle/>
        <a:p>
          <a:pPr lvl="0" algn="l" defTabSz="577850">
            <a:lnSpc>
              <a:spcPct val="90000"/>
            </a:lnSpc>
            <a:spcBef>
              <a:spcPct val="0"/>
            </a:spcBef>
            <a:spcAft>
              <a:spcPct val="35000"/>
            </a:spcAft>
          </a:pPr>
          <a:r>
            <a:rPr lang="es-MX" sz="1300" kern="1200" dirty="0">
              <a:solidFill>
                <a:schemeClr val="accent6">
                  <a:lumMod val="50000"/>
                </a:schemeClr>
              </a:solidFill>
            </a:rPr>
            <a:t>Clausulado</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Definiciones.</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Derechos.</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Obligaciones.</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Exclusiones</a:t>
          </a:r>
        </a:p>
      </dsp:txBody>
      <dsp:txXfrm>
        <a:off x="2156101" y="985909"/>
        <a:ext cx="1298895" cy="2092181"/>
      </dsp:txXfrm>
    </dsp:sp>
    <dsp:sp modelId="{3567A0BA-8004-4E20-87EC-240EF4BC61EC}">
      <dsp:nvSpPr>
        <dsp:cNvPr id="0" name=""/>
        <dsp:cNvSpPr/>
      </dsp:nvSpPr>
      <dsp:spPr>
        <a:xfrm>
          <a:off x="3611910" y="985909"/>
          <a:ext cx="1743484" cy="2092181"/>
        </a:xfrm>
        <a:prstGeom prst="roundRect">
          <a:avLst>
            <a:gd name="adj" fmla="val 5000"/>
          </a:avLst>
        </a:prstGeom>
        <a:solidFill>
          <a:schemeClr val="accent2">
            <a:hueOff val="-2916128"/>
            <a:satOff val="-5613"/>
            <a:lumOff val="392"/>
            <a:alphaOff val="0"/>
          </a:scheme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0" tIns="34290" rIns="44450" bIns="0" numCol="1" spcCol="1270" anchor="t" anchorCtr="0">
          <a:noAutofit/>
        </a:bodyPr>
        <a:lstStyle/>
        <a:p>
          <a:pPr lvl="0" algn="r" defTabSz="444500">
            <a:lnSpc>
              <a:spcPct val="90000"/>
            </a:lnSpc>
            <a:spcBef>
              <a:spcPct val="0"/>
            </a:spcBef>
            <a:spcAft>
              <a:spcPct val="35000"/>
            </a:spcAft>
          </a:pPr>
          <a:r>
            <a:rPr lang="es-MX" sz="1000" kern="1200" dirty="0">
              <a:solidFill>
                <a:schemeClr val="accent6">
                  <a:lumMod val="50000"/>
                </a:schemeClr>
              </a:solidFill>
            </a:rPr>
            <a:t>Principios Actuariales</a:t>
          </a:r>
        </a:p>
      </dsp:txBody>
      <dsp:txXfrm rot="16200000">
        <a:off x="2928465" y="1669355"/>
        <a:ext cx="1715588" cy="348696"/>
      </dsp:txXfrm>
    </dsp:sp>
    <dsp:sp modelId="{54108CAD-0478-4471-9D14-8471AC5E40BA}">
      <dsp:nvSpPr>
        <dsp:cNvPr id="0" name=""/>
        <dsp:cNvSpPr/>
      </dsp:nvSpPr>
      <dsp:spPr>
        <a:xfrm rot="5400000">
          <a:off x="3467001" y="2647461"/>
          <a:ext cx="307253" cy="261522"/>
        </a:xfrm>
        <a:prstGeom prst="flowChartExtra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086E286A-7396-4203-801B-21F45D0579C7}">
      <dsp:nvSpPr>
        <dsp:cNvPr id="0" name=""/>
        <dsp:cNvSpPr/>
      </dsp:nvSpPr>
      <dsp:spPr>
        <a:xfrm>
          <a:off x="3960607" y="985909"/>
          <a:ext cx="1298895" cy="2092181"/>
        </a:xfrm>
        <a:prstGeom prst="rect">
          <a:avLst/>
        </a:prstGeom>
        <a:no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dsp:spPr>
      <dsp:style>
        <a:lnRef idx="0">
          <a:scrgbClr r="0" g="0" b="0"/>
        </a:lnRef>
        <a:fillRef idx="1">
          <a:scrgbClr r="0" g="0" b="0"/>
        </a:fillRef>
        <a:effectRef idx="2">
          <a:scrgbClr r="0" g="0" b="0"/>
        </a:effectRef>
        <a:fontRef idx="minor">
          <a:schemeClr val="lt1"/>
        </a:fontRef>
      </dsp:style>
      <dsp:txBody>
        <a:bodyPr spcFirstLastPara="0" vert="horz" wrap="square" lIns="0" tIns="44577" rIns="0" bIns="0" numCol="1" spcCol="1270" anchor="t" anchorCtr="0">
          <a:noAutofit/>
        </a:bodyPr>
        <a:lstStyle/>
        <a:p>
          <a:pPr lvl="0" algn="l" defTabSz="577850">
            <a:lnSpc>
              <a:spcPct val="90000"/>
            </a:lnSpc>
            <a:spcBef>
              <a:spcPct val="0"/>
            </a:spcBef>
            <a:spcAft>
              <a:spcPct val="35000"/>
            </a:spcAft>
          </a:pPr>
          <a:r>
            <a:rPr lang="es-MX" sz="1300" kern="1200" dirty="0">
              <a:solidFill>
                <a:schemeClr val="accent6">
                  <a:lumMod val="50000"/>
                </a:schemeClr>
              </a:solidFill>
            </a:rPr>
            <a:t>Estadísticas.</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Fuentes utilizadas.</a:t>
          </a:r>
        </a:p>
        <a:p>
          <a:pPr lvl="0" algn="l" defTabSz="577850">
            <a:lnSpc>
              <a:spcPct val="90000"/>
            </a:lnSpc>
            <a:spcBef>
              <a:spcPct val="0"/>
            </a:spcBef>
            <a:spcAft>
              <a:spcPct val="35000"/>
            </a:spcAft>
          </a:pPr>
          <a:r>
            <a:rPr lang="es-MX" sz="1300" kern="1200" dirty="0">
              <a:solidFill>
                <a:schemeClr val="accent6">
                  <a:lumMod val="50000"/>
                </a:schemeClr>
              </a:solidFill>
            </a:rPr>
            <a:t> Fórmulas.</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Prima de riesgo.</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Prima de tarifa.</a:t>
          </a:r>
        </a:p>
        <a:p>
          <a:pPr marL="57150" lvl="1" indent="-57150" algn="l" defTabSz="444500">
            <a:lnSpc>
              <a:spcPct val="90000"/>
            </a:lnSpc>
            <a:spcBef>
              <a:spcPct val="0"/>
            </a:spcBef>
            <a:spcAft>
              <a:spcPct val="15000"/>
            </a:spcAft>
            <a:buChar char="••"/>
          </a:pPr>
          <a:r>
            <a:rPr lang="es-MX" sz="1000" kern="1200" dirty="0">
              <a:solidFill>
                <a:schemeClr val="accent6">
                  <a:lumMod val="50000"/>
                </a:schemeClr>
              </a:solidFill>
            </a:rPr>
            <a:t>Tasas de actualización y financieras</a:t>
          </a:r>
        </a:p>
      </dsp:txBody>
      <dsp:txXfrm>
        <a:off x="3960607" y="985909"/>
        <a:ext cx="1298895" cy="2092181"/>
      </dsp:txXfrm>
    </dsp:sp>
    <dsp:sp modelId="{43F2B60E-914A-45A3-8C5F-89143240CBD8}">
      <dsp:nvSpPr>
        <dsp:cNvPr id="0" name=""/>
        <dsp:cNvSpPr/>
      </dsp:nvSpPr>
      <dsp:spPr>
        <a:xfrm>
          <a:off x="5416417" y="985909"/>
          <a:ext cx="1743484" cy="2092181"/>
        </a:xfrm>
        <a:prstGeom prst="roundRect">
          <a:avLst>
            <a:gd name="adj" fmla="val 5000"/>
          </a:avLst>
        </a:prstGeom>
        <a:solidFill>
          <a:schemeClr val="accent2">
            <a:hueOff val="-4374192"/>
            <a:satOff val="-8420"/>
            <a:lumOff val="588"/>
            <a:alphaOff val="0"/>
          </a:scheme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0" tIns="34290" rIns="44450" bIns="0" numCol="1" spcCol="1270" anchor="t" anchorCtr="0">
          <a:noAutofit/>
        </a:bodyPr>
        <a:lstStyle/>
        <a:p>
          <a:pPr lvl="0" algn="r" defTabSz="444500">
            <a:lnSpc>
              <a:spcPct val="90000"/>
            </a:lnSpc>
            <a:spcBef>
              <a:spcPct val="0"/>
            </a:spcBef>
            <a:spcAft>
              <a:spcPct val="35000"/>
            </a:spcAft>
          </a:pPr>
          <a:r>
            <a:rPr lang="es-MX" sz="1000" kern="1200" dirty="0">
              <a:solidFill>
                <a:schemeClr val="accent6">
                  <a:lumMod val="50000"/>
                </a:schemeClr>
              </a:solidFill>
            </a:rPr>
            <a:t>Análisis de Congruencia.</a:t>
          </a:r>
        </a:p>
      </dsp:txBody>
      <dsp:txXfrm rot="16200000">
        <a:off x="4732971" y="1669355"/>
        <a:ext cx="1715588" cy="348696"/>
      </dsp:txXfrm>
    </dsp:sp>
    <dsp:sp modelId="{C77F9BDB-49B5-41AD-891F-62C462A37AC5}">
      <dsp:nvSpPr>
        <dsp:cNvPr id="0" name=""/>
        <dsp:cNvSpPr/>
      </dsp:nvSpPr>
      <dsp:spPr>
        <a:xfrm rot="5400000">
          <a:off x="5271507" y="2647461"/>
          <a:ext cx="307253" cy="261522"/>
        </a:xfrm>
        <a:prstGeom prst="flowChartExtra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07AA14FF-5CBF-4DF3-8D21-C7C81446B734}">
      <dsp:nvSpPr>
        <dsp:cNvPr id="0" name=""/>
        <dsp:cNvSpPr/>
      </dsp:nvSpPr>
      <dsp:spPr>
        <a:xfrm>
          <a:off x="5765114" y="985909"/>
          <a:ext cx="1298895" cy="2092181"/>
        </a:xfrm>
        <a:prstGeom prst="rect">
          <a:avLst/>
        </a:prstGeom>
        <a:no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dsp:spPr>
      <dsp:style>
        <a:lnRef idx="0">
          <a:scrgbClr r="0" g="0" b="0"/>
        </a:lnRef>
        <a:fillRef idx="1">
          <a:scrgbClr r="0" g="0" b="0"/>
        </a:fillRef>
        <a:effectRef idx="2">
          <a:scrgbClr r="0" g="0" b="0"/>
        </a:effectRef>
        <a:fontRef idx="minor">
          <a:schemeClr val="lt1"/>
        </a:fontRef>
      </dsp:style>
      <dsp:txBody>
        <a:bodyPr spcFirstLastPara="0" vert="horz" wrap="square" lIns="0" tIns="44577" rIns="0" bIns="0" numCol="1" spcCol="1270" anchor="t" anchorCtr="0">
          <a:noAutofit/>
        </a:bodyPr>
        <a:lstStyle/>
        <a:p>
          <a:pPr lvl="0" algn="l" defTabSz="577850">
            <a:lnSpc>
              <a:spcPct val="90000"/>
            </a:lnSpc>
            <a:spcBef>
              <a:spcPct val="0"/>
            </a:spcBef>
            <a:spcAft>
              <a:spcPct val="35000"/>
            </a:spcAft>
          </a:pPr>
          <a:r>
            <a:rPr lang="es-MX" sz="1300" kern="1200" dirty="0">
              <a:solidFill>
                <a:schemeClr val="accent6">
                  <a:lumMod val="50000"/>
                </a:schemeClr>
              </a:solidFill>
            </a:rPr>
            <a:t>Documento en el cual se confirma que los textos son congruentes con los supuestos actuariales.</a:t>
          </a:r>
        </a:p>
      </dsp:txBody>
      <dsp:txXfrm>
        <a:off x="5765114" y="985909"/>
        <a:ext cx="1298895" cy="2092181"/>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9.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D3898C5-9BBB-1249-AC3D-5C746EC8681A}" type="datetimeFigureOut">
              <a:rPr lang="es-ES_tradnl" smtClean="0"/>
              <a:t>07/09/2026</a:t>
            </a:fld>
            <a:endParaRPr lang="es-ES_tradnl"/>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36AA92-E2A7-4D41-857B-B0D48B832300}" type="slidenum">
              <a:rPr lang="es-ES_tradnl" smtClean="0"/>
              <a:t>‹Nº›</a:t>
            </a:fld>
            <a:endParaRPr lang="es-ES_tradnl"/>
          </a:p>
        </p:txBody>
      </p:sp>
    </p:spTree>
    <p:extLst>
      <p:ext uri="{BB962C8B-B14F-4D97-AF65-F5344CB8AC3E}">
        <p14:creationId xmlns:p14="http://schemas.microsoft.com/office/powerpoint/2010/main" val="11346643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479BC9-BCE9-4283-8AD5-60CC44AD9A47}" type="datetimeFigureOut">
              <a:rPr lang="es-MX" smtClean="0"/>
              <a:t>07/09/2026</a:t>
            </a:fld>
            <a:endParaRPr lang="es-MX"/>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MX"/>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DF9114-177D-43EC-9ABC-325B791600AE}" type="slidenum">
              <a:rPr lang="es-MX" smtClean="0"/>
              <a:t>‹Nº›</a:t>
            </a:fld>
            <a:endParaRPr lang="es-MX"/>
          </a:p>
        </p:txBody>
      </p:sp>
    </p:spTree>
    <p:extLst>
      <p:ext uri="{BB962C8B-B14F-4D97-AF65-F5344CB8AC3E}">
        <p14:creationId xmlns:p14="http://schemas.microsoft.com/office/powerpoint/2010/main" val="723991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MX" dirty="0"/>
          </a:p>
        </p:txBody>
      </p:sp>
      <p:sp>
        <p:nvSpPr>
          <p:cNvPr id="4" name="3 Marcador de número de diapositiva"/>
          <p:cNvSpPr>
            <a:spLocks noGrp="1"/>
          </p:cNvSpPr>
          <p:nvPr>
            <p:ph type="sldNum" sz="quarter" idx="10"/>
          </p:nvPr>
        </p:nvSpPr>
        <p:spPr/>
        <p:txBody>
          <a:bodyPr/>
          <a:lstStyle/>
          <a:p>
            <a:fld id="{4EDF9114-177D-43EC-9ABC-325B791600AE}" type="slidenum">
              <a:rPr lang="es-MX" smtClean="0"/>
              <a:t>1</a:t>
            </a:fld>
            <a:endParaRPr lang="es-MX"/>
          </a:p>
        </p:txBody>
      </p:sp>
    </p:spTree>
    <p:extLst>
      <p:ext uri="{BB962C8B-B14F-4D97-AF65-F5344CB8AC3E}">
        <p14:creationId xmlns:p14="http://schemas.microsoft.com/office/powerpoint/2010/main" val="1859841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4EDF9114-177D-43EC-9ABC-325B791600AE}" type="slidenum">
              <a:rPr lang="es-MX" smtClean="0"/>
              <a:t>29</a:t>
            </a:fld>
            <a:endParaRPr lang="es-MX"/>
          </a:p>
        </p:txBody>
      </p:sp>
    </p:spTree>
    <p:extLst>
      <p:ext uri="{BB962C8B-B14F-4D97-AF65-F5344CB8AC3E}">
        <p14:creationId xmlns:p14="http://schemas.microsoft.com/office/powerpoint/2010/main" val="38171163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1892474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439886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1530465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2123396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1042654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419873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190264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164385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4451227"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68602" y="609601"/>
            <a:ext cx="2441519"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451212"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1155061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2007188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2441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1EFA6AD-F74C-4635-A3E1-64AB9A0439D2}" type="slidenum">
              <a:rPr lang="es-MX" smtClean="0"/>
              <a:pPr/>
              <a:t>‹Nº›</a:t>
            </a:fld>
            <a:endParaRPr lang="es-MX"/>
          </a:p>
        </p:txBody>
      </p:sp>
      <p:sp>
        <p:nvSpPr>
          <p:cNvPr id="13" name="TextBox 12"/>
          <p:cNvSpPr txBox="1"/>
          <p:nvPr/>
        </p:nvSpPr>
        <p:spPr>
          <a:xfrm>
            <a:off x="751116" y="754166"/>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918169" y="2993578"/>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45886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20988306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480449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380771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1281896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A5F5A4-E467-4286-8899-904B5100817F}" type="datetimeFigureOut">
              <a:rPr lang="es-MX" smtClean="0"/>
              <a:pPr/>
              <a:t>07/09/2026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1EFA6AD-F74C-4635-A3E1-64AB9A0439D2}" type="slidenum">
              <a:rPr lang="es-MX" smtClean="0"/>
              <a:pPr/>
              <a:t>‹Nº›</a:t>
            </a:fld>
            <a:endParaRPr lang="es-MX"/>
          </a:p>
        </p:txBody>
      </p:sp>
    </p:spTree>
    <p:extLst>
      <p:ext uri="{BB962C8B-B14F-4D97-AF65-F5344CB8AC3E}">
        <p14:creationId xmlns:p14="http://schemas.microsoft.com/office/powerpoint/2010/main" val="557013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D3A5F5A4-E467-4286-8899-904B5100817F}" type="datetimeFigureOut">
              <a:rPr lang="es-MX" smtClean="0"/>
              <a:pPr/>
              <a:t>07/09/2026</a:t>
            </a:fld>
            <a:endParaRPr lang="es-MX"/>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21EFA6AD-F74C-4635-A3E1-64AB9A0439D2}" type="slidenum">
              <a:rPr lang="es-MX" smtClean="0"/>
              <a:pPr/>
              <a:t>‹Nº›</a:t>
            </a:fld>
            <a:endParaRPr lang="es-MX"/>
          </a:p>
        </p:txBody>
      </p:sp>
    </p:spTree>
    <p:extLst>
      <p:ext uri="{BB962C8B-B14F-4D97-AF65-F5344CB8AC3E}">
        <p14:creationId xmlns:p14="http://schemas.microsoft.com/office/powerpoint/2010/main" val="17543104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4.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313259" y="44624"/>
            <a:ext cx="6517482" cy="2509213"/>
          </a:xfrm>
        </p:spPr>
        <p:txBody>
          <a:bodyPr>
            <a:normAutofit/>
          </a:bodyPr>
          <a:lstStyle/>
          <a:p>
            <a:r>
              <a:rPr lang="es-MX" dirty="0"/>
              <a:t>Administración Actuarial</a:t>
            </a:r>
            <a:br>
              <a:rPr lang="es-MX" dirty="0"/>
            </a:br>
            <a:r>
              <a:rPr lang="es-MX" sz="2000" b="1" dirty="0"/>
              <a:t>Diseño y Desarrollo de Productos</a:t>
            </a:r>
            <a:endParaRPr lang="es-MX" b="1" dirty="0"/>
          </a:p>
        </p:txBody>
      </p:sp>
      <p:sp>
        <p:nvSpPr>
          <p:cNvPr id="4" name="3 CuadroTexto"/>
          <p:cNvSpPr txBox="1"/>
          <p:nvPr/>
        </p:nvSpPr>
        <p:spPr>
          <a:xfrm>
            <a:off x="0" y="6315038"/>
            <a:ext cx="3172407" cy="400110"/>
          </a:xfrm>
          <a:prstGeom prst="rect">
            <a:avLst/>
          </a:prstGeom>
          <a:noFill/>
        </p:spPr>
        <p:txBody>
          <a:bodyPr wrap="none" rtlCol="0" anchor="t">
            <a:spAutoFit/>
          </a:bodyPr>
          <a:lstStyle/>
          <a:p>
            <a:r>
              <a:rPr lang="es-MX" sz="2000" dirty="0">
                <a:solidFill>
                  <a:schemeClr val="tx2"/>
                </a:solidFill>
                <a:latin typeface="+mj-lt"/>
                <a:ea typeface="+mj-ea"/>
                <a:cs typeface="+mj-cs"/>
              </a:rPr>
              <a:t>Semestre enero - mayo 2025</a:t>
            </a:r>
          </a:p>
        </p:txBody>
      </p:sp>
      <p:sp>
        <p:nvSpPr>
          <p:cNvPr id="6" name="5 Rectángulo"/>
          <p:cNvSpPr/>
          <p:nvPr/>
        </p:nvSpPr>
        <p:spPr>
          <a:xfrm>
            <a:off x="683568" y="2811700"/>
            <a:ext cx="7560840" cy="3785652"/>
          </a:xfrm>
          <a:prstGeom prst="rect">
            <a:avLst/>
          </a:prstGeom>
          <a:noFill/>
        </p:spPr>
        <p:txBody>
          <a:bodyPr wrap="square" lIns="91440" tIns="45720" rIns="91440" bIns="45720">
            <a:spAutoFit/>
          </a:bodyPr>
          <a:lstStyle/>
          <a:p>
            <a:pPr algn="just"/>
            <a:r>
              <a:rPr lang="es-MX" sz="3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El conocimiento solo tiene sentido cuando los conceptos aprendidos los podemos utilizar en nuestra vida diaria.</a:t>
            </a:r>
          </a:p>
          <a:p>
            <a:endParaRPr lang="es-MX" sz="2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a:p>
            <a:r>
              <a:rPr lang="es-MX" sz="2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Alejandro Vargas</a:t>
            </a:r>
          </a:p>
          <a:p>
            <a:pPr algn="ctr"/>
            <a:endParaRPr lang="es-MX" sz="40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3"/>
          </p:nvPr>
        </p:nvSpPr>
        <p:spPr>
          <a:xfrm>
            <a:off x="457200" y="1844824"/>
            <a:ext cx="8229600" cy="3793976"/>
          </a:xfrm>
        </p:spPr>
        <p:txBody>
          <a:bodyPr>
            <a:normAutofit lnSpcReduction="10000"/>
          </a:bodyPr>
          <a:lstStyle/>
          <a:p>
            <a:r>
              <a:rPr lang="es-MX" dirty="0"/>
              <a:t>Son el único medio a través del cual las empresas, incluso las organizaciones o gobiernos brindan un beneficio a la sociedad.</a:t>
            </a:r>
          </a:p>
          <a:p>
            <a:endParaRPr lang="es-MX" dirty="0"/>
          </a:p>
          <a:p>
            <a:r>
              <a:rPr lang="es-MX" dirty="0"/>
              <a:t>Sus características definen su éxito o fracaso comercial.</a:t>
            </a:r>
          </a:p>
          <a:p>
            <a:endParaRPr lang="es-MX" dirty="0"/>
          </a:p>
          <a:p>
            <a:r>
              <a:rPr lang="es-MX" dirty="0"/>
              <a:t>Sus características deben ser congruentes con la visión y misión de la empresa.</a:t>
            </a:r>
          </a:p>
          <a:p>
            <a:endParaRPr lang="es-MX" dirty="0"/>
          </a:p>
        </p:txBody>
      </p:sp>
      <p:sp>
        <p:nvSpPr>
          <p:cNvPr id="7" name="Título 6">
            <a:extLst>
              <a:ext uri="{FF2B5EF4-FFF2-40B4-BE49-F238E27FC236}">
                <a16:creationId xmlns:a16="http://schemas.microsoft.com/office/drawing/2014/main" xmlns="" id="{E53B1500-13BD-1C4B-8813-471C42C89A00}"/>
              </a:ext>
            </a:extLst>
          </p:cNvPr>
          <p:cNvSpPr>
            <a:spLocks noGrp="1"/>
          </p:cNvSpPr>
          <p:nvPr>
            <p:ph type="title"/>
          </p:nvPr>
        </p:nvSpPr>
        <p:spPr/>
        <p:txBody>
          <a:bodyPr/>
          <a:lstStyle/>
          <a:p>
            <a:r>
              <a:rPr lang="es-MX" dirty="0"/>
              <a:t>PRODUCTOS</a:t>
            </a:r>
          </a:p>
        </p:txBody>
      </p:sp>
    </p:spTree>
    <p:extLst>
      <p:ext uri="{BB962C8B-B14F-4D97-AF65-F5344CB8AC3E}">
        <p14:creationId xmlns:p14="http://schemas.microsoft.com/office/powerpoint/2010/main" val="2789931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85331" y="188640"/>
            <a:ext cx="7773338" cy="1596177"/>
          </a:xfrm>
        </p:spPr>
        <p:txBody>
          <a:bodyPr>
            <a:normAutofit/>
          </a:bodyPr>
          <a:lstStyle/>
          <a:p>
            <a:r>
              <a:rPr lang="es-MX" dirty="0"/>
              <a:t/>
            </a:r>
            <a:br>
              <a:rPr lang="es-MX" dirty="0"/>
            </a:br>
            <a:r>
              <a:rPr lang="es-MX" b="1" dirty="0"/>
              <a:t>La Importancia de los Productos</a:t>
            </a:r>
          </a:p>
        </p:txBody>
      </p:sp>
      <p:sp>
        <p:nvSpPr>
          <p:cNvPr id="3" name="Marcador de contenido 2"/>
          <p:cNvSpPr>
            <a:spLocks noGrp="1"/>
          </p:cNvSpPr>
          <p:nvPr>
            <p:ph sz="quarter" idx="13"/>
          </p:nvPr>
        </p:nvSpPr>
        <p:spPr>
          <a:xfrm>
            <a:off x="457200" y="1299552"/>
            <a:ext cx="8229600" cy="3425592"/>
          </a:xfrm>
        </p:spPr>
        <p:txBody>
          <a:bodyPr>
            <a:normAutofit/>
          </a:bodyPr>
          <a:lstStyle/>
          <a:p>
            <a:endParaRPr lang="es-ES" dirty="0"/>
          </a:p>
          <a:p>
            <a:r>
              <a:rPr lang="es-MX" dirty="0"/>
              <a:t>Su diseño casi siempre es obra del esfuerzo de diseño y pocas veces de la casualidad. </a:t>
            </a:r>
          </a:p>
          <a:p>
            <a:endParaRPr lang="es-MX" dirty="0"/>
          </a:p>
          <a:p>
            <a:r>
              <a:rPr lang="es-ES" dirty="0"/>
              <a:t>En la estrategia de diseño y actualización de nuevos productos el Departamento Técnico – Actuarial tiene una participación importante.</a:t>
            </a:r>
          </a:p>
        </p:txBody>
      </p:sp>
    </p:spTree>
    <p:extLst>
      <p:ext uri="{BB962C8B-B14F-4D97-AF65-F5344CB8AC3E}">
        <p14:creationId xmlns:p14="http://schemas.microsoft.com/office/powerpoint/2010/main" val="939819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Diagrama"/>
          <p:cNvGraphicFramePr/>
          <p:nvPr>
            <p:extLst>
              <p:ext uri="{D42A27DB-BD31-4B8C-83A1-F6EECF244321}">
                <p14:modId xmlns:p14="http://schemas.microsoft.com/office/powerpoint/2010/main" val="359658694"/>
              </p:ext>
            </p:extLst>
          </p:nvPr>
        </p:nvGraphicFramePr>
        <p:xfrm>
          <a:off x="1835696" y="1548491"/>
          <a:ext cx="4660116" cy="43287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1 Título"/>
          <p:cNvSpPr txBox="1">
            <a:spLocks/>
          </p:cNvSpPr>
          <p:nvPr/>
        </p:nvSpPr>
        <p:spPr>
          <a:xfrm>
            <a:off x="500034" y="142852"/>
            <a:ext cx="8229600" cy="990600"/>
          </a:xfrm>
          <a:prstGeom prst="rect">
            <a:avLst/>
          </a:prstGeom>
        </p:spPr>
        <p:txBody>
          <a:bodyPr vert="horz" anchor="b" anchorCtr="0">
            <a:normAutofit/>
          </a:bodyPr>
          <a:lstStyle/>
          <a:p>
            <a:pPr marL="0" marR="0" lvl="0" indent="0" algn="r" defTabSz="914400" fontAlgn="auto">
              <a:lnSpc>
                <a:spcPct val="100000"/>
              </a:lnSpc>
              <a:spcBef>
                <a:spcPct val="0"/>
              </a:spcBef>
              <a:spcAft>
                <a:spcPts val="0"/>
              </a:spcAft>
              <a:buClrTx/>
              <a:buSzTx/>
              <a:tabLst/>
              <a:defRPr/>
            </a:pPr>
            <a:r>
              <a:rPr lang="es-MX" sz="2900" b="1" dirty="0">
                <a:solidFill>
                  <a:schemeClr val="tx2"/>
                </a:solidFill>
                <a:latin typeface="+mj-lt"/>
                <a:ea typeface="+mj-ea"/>
                <a:cs typeface="+mj-cs"/>
              </a:rPr>
              <a:t>EL DESARROLLO DE PRODUCTOS TIENE IMPLICACIONES INTRÍNSECAS EN…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3270042" y="1087444"/>
            <a:ext cx="5554390" cy="5649303"/>
          </a:xfrm>
        </p:spPr>
        <p:txBody>
          <a:bodyPr>
            <a:noAutofit/>
          </a:bodyPr>
          <a:lstStyle/>
          <a:p>
            <a:r>
              <a:rPr lang="es-MX" sz="2400" dirty="0">
                <a:latin typeface="Agency FB" pitchFamily="34" charset="0"/>
              </a:rPr>
              <a:t>Razón social de la industria.</a:t>
            </a:r>
          </a:p>
          <a:p>
            <a:pPr lvl="1"/>
            <a:r>
              <a:rPr lang="es-MX" sz="2000" dirty="0">
                <a:highlight>
                  <a:srgbClr val="FFFF00"/>
                </a:highlight>
                <a:latin typeface="Agency FB" pitchFamily="34" charset="0"/>
              </a:rPr>
              <a:t>Protección económica ante el riesgo.</a:t>
            </a:r>
          </a:p>
          <a:p>
            <a:pPr lvl="1"/>
            <a:r>
              <a:rPr lang="es-MX" sz="2000" dirty="0">
                <a:latin typeface="Agency FB" pitchFamily="34" charset="0"/>
              </a:rPr>
              <a:t>Distribuir las pérdidas entre varios agentes económicos.</a:t>
            </a:r>
          </a:p>
          <a:p>
            <a:pPr lvl="1"/>
            <a:r>
              <a:rPr lang="es-MX" sz="2000" dirty="0">
                <a:latin typeface="Agency FB" pitchFamily="34" charset="0"/>
              </a:rPr>
              <a:t>Creación de capital.</a:t>
            </a:r>
          </a:p>
          <a:p>
            <a:r>
              <a:rPr lang="es-MX" sz="2400" dirty="0">
                <a:latin typeface="Agency FB" pitchFamily="34" charset="0"/>
              </a:rPr>
              <a:t>Servicios relacionados.</a:t>
            </a:r>
          </a:p>
          <a:p>
            <a:pPr lvl="1"/>
            <a:r>
              <a:rPr lang="es-MX" sz="2000" dirty="0">
                <a:latin typeface="Agency FB" pitchFamily="34" charset="0"/>
              </a:rPr>
              <a:t>Detección de riesgos.</a:t>
            </a:r>
          </a:p>
          <a:p>
            <a:pPr lvl="1"/>
            <a:r>
              <a:rPr lang="es-MX" sz="2000" dirty="0">
                <a:latin typeface="Agency FB" pitchFamily="34" charset="0"/>
              </a:rPr>
              <a:t>Facilitar el acceso a otros servicios como médicos, mecánicos, legales, de ingeniería de prevención.</a:t>
            </a:r>
          </a:p>
        </p:txBody>
      </p:sp>
      <p:graphicFrame>
        <p:nvGraphicFramePr>
          <p:cNvPr id="4" name="3 Diagrama"/>
          <p:cNvGraphicFramePr/>
          <p:nvPr/>
        </p:nvGraphicFramePr>
        <p:xfrm>
          <a:off x="359739" y="1268760"/>
          <a:ext cx="2789482" cy="2880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1 Título"/>
          <p:cNvSpPr txBox="1">
            <a:spLocks/>
          </p:cNvSpPr>
          <p:nvPr/>
        </p:nvSpPr>
        <p:spPr>
          <a:xfrm>
            <a:off x="500034" y="293196"/>
            <a:ext cx="8229600" cy="690730"/>
          </a:xfrm>
          <a:prstGeom prst="rect">
            <a:avLst/>
          </a:prstGeom>
        </p:spPr>
        <p:txBody>
          <a:bodyPr vert="horz" anchor="b" anchorCtr="0">
            <a:normAutofit/>
          </a:bodyPr>
          <a:lstStyle/>
          <a:p>
            <a:pPr marL="0" marR="0" lvl="0" indent="0" algn="r" defTabSz="914400" fontAlgn="auto">
              <a:lnSpc>
                <a:spcPct val="100000"/>
              </a:lnSpc>
              <a:spcBef>
                <a:spcPct val="0"/>
              </a:spcBef>
              <a:spcAft>
                <a:spcPts val="0"/>
              </a:spcAft>
              <a:buClrTx/>
              <a:buSzTx/>
              <a:tabLst/>
              <a:defRPr/>
            </a:pPr>
            <a:r>
              <a:rPr lang="es-MX" sz="2900" b="1" dirty="0">
                <a:solidFill>
                  <a:schemeClr val="tx2"/>
                </a:solidFill>
                <a:latin typeface="+mj-lt"/>
                <a:ea typeface="+mj-ea"/>
                <a:cs typeface="+mj-cs"/>
              </a:rPr>
              <a:t>IMPLICACIONES INTRINSECAS…</a:t>
            </a:r>
          </a:p>
        </p:txBody>
      </p:sp>
      <p:sp>
        <p:nvSpPr>
          <p:cNvPr id="5" name="4 CuadroTexto"/>
          <p:cNvSpPr txBox="1"/>
          <p:nvPr/>
        </p:nvSpPr>
        <p:spPr>
          <a:xfrm>
            <a:off x="359740" y="4058375"/>
            <a:ext cx="2910302" cy="1754326"/>
          </a:xfrm>
          <a:prstGeom prst="rect">
            <a:avLst/>
          </a:prstGeom>
          <a:noFill/>
        </p:spPr>
        <p:txBody>
          <a:bodyPr wrap="square" rtlCol="0">
            <a:spAutoFit/>
          </a:bodyPr>
          <a:lstStyle/>
          <a:p>
            <a:r>
              <a:rPr lang="es-MX" dirty="0"/>
              <a:t>Un producto o servicio de</a:t>
            </a:r>
          </a:p>
          <a:p>
            <a:r>
              <a:rPr lang="es-MX" dirty="0"/>
              <a:t>calidad es aquel que satisface</a:t>
            </a:r>
          </a:p>
          <a:p>
            <a:r>
              <a:rPr lang="es-MX" dirty="0"/>
              <a:t>las expectativas del cliente que obtiene a cambio de lo que paga.</a:t>
            </a:r>
            <a:endParaRPr lang="es-ES" dirty="0"/>
          </a:p>
        </p:txBody>
      </p:sp>
      <p:grpSp>
        <p:nvGrpSpPr>
          <p:cNvPr id="10" name="9 Grupo"/>
          <p:cNvGrpSpPr/>
          <p:nvPr/>
        </p:nvGrpSpPr>
        <p:grpSpPr>
          <a:xfrm>
            <a:off x="363783" y="1412776"/>
            <a:ext cx="2403879" cy="2307651"/>
            <a:chOff x="1846060" y="3045491"/>
            <a:chExt cx="2403879" cy="2307651"/>
          </a:xfrm>
        </p:grpSpPr>
        <p:sp>
          <p:nvSpPr>
            <p:cNvPr id="11" name="10 Elipse"/>
            <p:cNvSpPr/>
            <p:nvPr/>
          </p:nvSpPr>
          <p:spPr>
            <a:xfrm>
              <a:off x="1846060" y="3045491"/>
              <a:ext cx="2403879" cy="2307651"/>
            </a:xfrm>
            <a:prstGeom prst="ellipse">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s-MX"/>
            </a:p>
          </p:txBody>
        </p:sp>
        <p:sp>
          <p:nvSpPr>
            <p:cNvPr id="12" name="Elipse 4"/>
            <p:cNvSpPr/>
            <p:nvPr/>
          </p:nvSpPr>
          <p:spPr>
            <a:xfrm>
              <a:off x="2198100" y="3383439"/>
              <a:ext cx="1699799" cy="163175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MX" sz="1600" b="1" kern="1200" dirty="0">
                  <a:solidFill>
                    <a:schemeClr val="tx1"/>
                  </a:solidFill>
                </a:rPr>
                <a:t>La calidad del producto</a:t>
              </a:r>
            </a:p>
          </p:txBody>
        </p:sp>
      </p:grpSp>
    </p:spTree>
    <p:extLst>
      <p:ext uri="{BB962C8B-B14F-4D97-AF65-F5344CB8AC3E}">
        <p14:creationId xmlns:p14="http://schemas.microsoft.com/office/powerpoint/2010/main" val="2632052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3270042" y="1087444"/>
            <a:ext cx="5554390" cy="5649303"/>
          </a:xfrm>
        </p:spPr>
        <p:txBody>
          <a:bodyPr>
            <a:noAutofit/>
          </a:bodyPr>
          <a:lstStyle/>
          <a:p>
            <a:r>
              <a:rPr lang="es-MX" sz="2400" dirty="0">
                <a:latin typeface="Agency FB" pitchFamily="34" charset="0"/>
              </a:rPr>
              <a:t>Medios de presentación del producto.</a:t>
            </a:r>
          </a:p>
          <a:p>
            <a:pPr lvl="1"/>
            <a:r>
              <a:rPr lang="es-MX" sz="2000" dirty="0">
                <a:latin typeface="Agency FB" pitchFamily="34" charset="0"/>
              </a:rPr>
              <a:t>El contrato de seguro.</a:t>
            </a:r>
          </a:p>
          <a:p>
            <a:pPr lvl="1"/>
            <a:r>
              <a:rPr lang="es-MX" sz="2000" dirty="0">
                <a:latin typeface="Agency FB" pitchFamily="34" charset="0"/>
              </a:rPr>
              <a:t>Atención de las necesidades de pago, estados de cuenta..</a:t>
            </a:r>
          </a:p>
          <a:p>
            <a:pPr lvl="1"/>
            <a:r>
              <a:rPr lang="es-MX" sz="2000" dirty="0">
                <a:latin typeface="Agency FB" pitchFamily="34" charset="0"/>
              </a:rPr>
              <a:t>Claridad en cuanto a derechos y obligaciones del cliente.</a:t>
            </a:r>
          </a:p>
        </p:txBody>
      </p:sp>
      <p:graphicFrame>
        <p:nvGraphicFramePr>
          <p:cNvPr id="4" name="3 Diagrama"/>
          <p:cNvGraphicFramePr/>
          <p:nvPr>
            <p:extLst>
              <p:ext uri="{D42A27DB-BD31-4B8C-83A1-F6EECF244321}">
                <p14:modId xmlns:p14="http://schemas.microsoft.com/office/powerpoint/2010/main" val="3286367648"/>
              </p:ext>
            </p:extLst>
          </p:nvPr>
        </p:nvGraphicFramePr>
        <p:xfrm>
          <a:off x="359739" y="1268760"/>
          <a:ext cx="2789482" cy="2880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1 Título"/>
          <p:cNvSpPr txBox="1">
            <a:spLocks/>
          </p:cNvSpPr>
          <p:nvPr/>
        </p:nvSpPr>
        <p:spPr>
          <a:xfrm>
            <a:off x="500034" y="293196"/>
            <a:ext cx="8229600" cy="690730"/>
          </a:xfrm>
          <a:prstGeom prst="rect">
            <a:avLst/>
          </a:prstGeom>
        </p:spPr>
        <p:txBody>
          <a:bodyPr vert="horz" anchor="b" anchorCtr="0">
            <a:normAutofit/>
          </a:bodyPr>
          <a:lstStyle/>
          <a:p>
            <a:pPr marL="0" marR="0" lvl="0" indent="0" algn="r" defTabSz="914400" fontAlgn="auto">
              <a:lnSpc>
                <a:spcPct val="100000"/>
              </a:lnSpc>
              <a:spcBef>
                <a:spcPct val="0"/>
              </a:spcBef>
              <a:spcAft>
                <a:spcPts val="0"/>
              </a:spcAft>
              <a:buClrTx/>
              <a:buSzTx/>
              <a:tabLst/>
              <a:defRPr/>
            </a:pPr>
            <a:r>
              <a:rPr lang="es-MX" sz="2900" b="1" dirty="0">
                <a:solidFill>
                  <a:schemeClr val="tx2"/>
                </a:solidFill>
                <a:latin typeface="+mj-lt"/>
                <a:ea typeface="+mj-ea"/>
                <a:cs typeface="+mj-cs"/>
              </a:rPr>
              <a:t>IMPLICACIONES INTRINSECAS…</a:t>
            </a:r>
          </a:p>
        </p:txBody>
      </p:sp>
      <p:sp>
        <p:nvSpPr>
          <p:cNvPr id="5" name="4 CuadroTexto"/>
          <p:cNvSpPr txBox="1"/>
          <p:nvPr/>
        </p:nvSpPr>
        <p:spPr>
          <a:xfrm>
            <a:off x="359740" y="4058375"/>
            <a:ext cx="2910302" cy="1200329"/>
          </a:xfrm>
          <a:prstGeom prst="rect">
            <a:avLst/>
          </a:prstGeom>
          <a:noFill/>
        </p:spPr>
        <p:txBody>
          <a:bodyPr wrap="square" rtlCol="0">
            <a:spAutoFit/>
          </a:bodyPr>
          <a:lstStyle/>
          <a:p>
            <a:r>
              <a:rPr lang="es-MX" dirty="0"/>
              <a:t>Un producto o servicio de</a:t>
            </a:r>
          </a:p>
          <a:p>
            <a:r>
              <a:rPr lang="es-MX" dirty="0"/>
              <a:t>calidad es aquel que satisface</a:t>
            </a:r>
          </a:p>
          <a:p>
            <a:r>
              <a:rPr lang="es-MX" dirty="0"/>
              <a:t>las expectativas del cliente.</a:t>
            </a:r>
            <a:endParaRPr lang="es-ES" dirty="0"/>
          </a:p>
        </p:txBody>
      </p:sp>
      <p:grpSp>
        <p:nvGrpSpPr>
          <p:cNvPr id="10" name="9 Grupo"/>
          <p:cNvGrpSpPr/>
          <p:nvPr/>
        </p:nvGrpSpPr>
        <p:grpSpPr>
          <a:xfrm>
            <a:off x="363783" y="1412776"/>
            <a:ext cx="2403879" cy="2307651"/>
            <a:chOff x="1846060" y="3045491"/>
            <a:chExt cx="2403879" cy="2307651"/>
          </a:xfrm>
        </p:grpSpPr>
        <p:sp>
          <p:nvSpPr>
            <p:cNvPr id="11" name="10 Elipse"/>
            <p:cNvSpPr/>
            <p:nvPr/>
          </p:nvSpPr>
          <p:spPr>
            <a:xfrm>
              <a:off x="1846060" y="3045491"/>
              <a:ext cx="2403879" cy="2307651"/>
            </a:xfrm>
            <a:prstGeom prst="ellipse">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s-MX"/>
            </a:p>
          </p:txBody>
        </p:sp>
        <p:sp>
          <p:nvSpPr>
            <p:cNvPr id="12" name="Elipse 4"/>
            <p:cNvSpPr/>
            <p:nvPr/>
          </p:nvSpPr>
          <p:spPr>
            <a:xfrm>
              <a:off x="2198100" y="3383439"/>
              <a:ext cx="1699799" cy="163175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MX" sz="1600" b="1" kern="1200" dirty="0">
                  <a:solidFill>
                    <a:schemeClr val="tx1"/>
                  </a:solidFill>
                </a:rPr>
                <a:t>La calidad del producto</a:t>
              </a:r>
            </a:p>
          </p:txBody>
        </p:sp>
      </p:grpSp>
    </p:spTree>
    <p:extLst>
      <p:ext uri="{BB962C8B-B14F-4D97-AF65-F5344CB8AC3E}">
        <p14:creationId xmlns:p14="http://schemas.microsoft.com/office/powerpoint/2010/main" val="417755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3266082" y="1285860"/>
            <a:ext cx="5554390" cy="5023460"/>
          </a:xfrm>
        </p:spPr>
        <p:txBody>
          <a:bodyPr>
            <a:noAutofit/>
          </a:bodyPr>
          <a:lstStyle/>
          <a:p>
            <a:r>
              <a:rPr lang="es-ES" sz="1800" dirty="0">
                <a:latin typeface="Agency FB" pitchFamily="34" charset="0"/>
              </a:rPr>
              <a:t>Costo de los siniestros </a:t>
            </a:r>
            <a:r>
              <a:rPr lang="es-MX" sz="1800" dirty="0">
                <a:latin typeface="Agency FB" pitchFamily="34" charset="0"/>
              </a:rPr>
              <a:t>.</a:t>
            </a:r>
          </a:p>
          <a:p>
            <a:pPr lvl="1"/>
            <a:r>
              <a:rPr lang="es-ES" sz="1600" dirty="0">
                <a:latin typeface="Agency FB" pitchFamily="34" charset="0"/>
              </a:rPr>
              <a:t>Frecuencia.</a:t>
            </a:r>
          </a:p>
          <a:p>
            <a:pPr lvl="1"/>
            <a:r>
              <a:rPr lang="es-ES" sz="1600" dirty="0">
                <a:latin typeface="Agency FB" pitchFamily="34" charset="0"/>
              </a:rPr>
              <a:t>Severidad. </a:t>
            </a:r>
          </a:p>
          <a:p>
            <a:pPr lvl="1"/>
            <a:r>
              <a:rPr lang="es-MX" sz="1600" dirty="0">
                <a:latin typeface="Agency FB" pitchFamily="34" charset="0"/>
              </a:rPr>
              <a:t>Estabilidad estadística.</a:t>
            </a:r>
          </a:p>
          <a:p>
            <a:pPr lvl="1"/>
            <a:r>
              <a:rPr lang="es-MX" sz="1600" dirty="0">
                <a:latin typeface="Agency FB" pitchFamily="34" charset="0"/>
              </a:rPr>
              <a:t>Previsiones de variabilidad.</a:t>
            </a:r>
          </a:p>
          <a:p>
            <a:pPr lvl="1"/>
            <a:r>
              <a:rPr lang="es-MX" sz="1600" dirty="0">
                <a:latin typeface="Agency FB" pitchFamily="34" charset="0"/>
              </a:rPr>
              <a:t>Servicios adicionales, de ajuste.</a:t>
            </a:r>
          </a:p>
          <a:p>
            <a:r>
              <a:rPr lang="es-ES" sz="1800" dirty="0">
                <a:latin typeface="Agency FB" pitchFamily="34" charset="0"/>
              </a:rPr>
              <a:t>Gastos de adquisicion</a:t>
            </a:r>
            <a:r>
              <a:rPr lang="es-MX" sz="1800" dirty="0">
                <a:latin typeface="Agency FB" pitchFamily="34" charset="0"/>
              </a:rPr>
              <a:t>.</a:t>
            </a:r>
          </a:p>
          <a:p>
            <a:pPr lvl="1"/>
            <a:r>
              <a:rPr lang="es-MX" sz="1600" dirty="0">
                <a:latin typeface="Agency FB" pitchFamily="34" charset="0"/>
              </a:rPr>
              <a:t>C</a:t>
            </a:r>
            <a:r>
              <a:rPr lang="es-ES" sz="1600" dirty="0">
                <a:latin typeface="Agency FB" pitchFamily="34" charset="0"/>
              </a:rPr>
              <a:t>omisiones pagadas a agentes, promotores, corredores</a:t>
            </a:r>
            <a:r>
              <a:rPr lang="es-MX" sz="1600" dirty="0">
                <a:latin typeface="Agency FB" pitchFamily="34" charset="0"/>
              </a:rPr>
              <a:t>.</a:t>
            </a:r>
          </a:p>
          <a:p>
            <a:pPr lvl="1"/>
            <a:r>
              <a:rPr lang="es-MX" sz="1600" dirty="0">
                <a:latin typeface="Agency FB" pitchFamily="34" charset="0"/>
              </a:rPr>
              <a:t>Costo de reaseguro no proporcional.</a:t>
            </a:r>
          </a:p>
          <a:p>
            <a:r>
              <a:rPr lang="es-MX" sz="1800" dirty="0">
                <a:latin typeface="Agency FB" pitchFamily="34" charset="0"/>
              </a:rPr>
              <a:t>G</a:t>
            </a:r>
            <a:r>
              <a:rPr lang="es-ES" sz="1800" dirty="0">
                <a:latin typeface="Agency FB" pitchFamily="34" charset="0"/>
              </a:rPr>
              <a:t>astos de o</a:t>
            </a:r>
            <a:r>
              <a:rPr lang="es-MX" sz="1800" dirty="0">
                <a:latin typeface="Agency FB" pitchFamily="34" charset="0"/>
              </a:rPr>
              <a:t>peración.</a:t>
            </a:r>
          </a:p>
          <a:p>
            <a:pPr lvl="1"/>
            <a:r>
              <a:rPr lang="es-MX" sz="1600" dirty="0">
                <a:latin typeface="Agency FB" pitchFamily="34" charset="0"/>
              </a:rPr>
              <a:t>Comisiones y honorarios profesionales</a:t>
            </a:r>
          </a:p>
          <a:p>
            <a:pPr lvl="1"/>
            <a:r>
              <a:rPr lang="es-MX" sz="1600" dirty="0">
                <a:latin typeface="Agency FB" pitchFamily="34" charset="0"/>
              </a:rPr>
              <a:t>Administrativos.</a:t>
            </a:r>
          </a:p>
        </p:txBody>
      </p:sp>
      <p:graphicFrame>
        <p:nvGraphicFramePr>
          <p:cNvPr id="4" name="3 Diagrama"/>
          <p:cNvGraphicFramePr/>
          <p:nvPr>
            <p:extLst>
              <p:ext uri="{D42A27DB-BD31-4B8C-83A1-F6EECF244321}">
                <p14:modId xmlns:p14="http://schemas.microsoft.com/office/powerpoint/2010/main" val="333960793"/>
              </p:ext>
            </p:extLst>
          </p:nvPr>
        </p:nvGraphicFramePr>
        <p:xfrm>
          <a:off x="359739" y="1268760"/>
          <a:ext cx="2789482" cy="2880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1 Título"/>
          <p:cNvSpPr txBox="1">
            <a:spLocks/>
          </p:cNvSpPr>
          <p:nvPr/>
        </p:nvSpPr>
        <p:spPr>
          <a:xfrm>
            <a:off x="500034" y="142852"/>
            <a:ext cx="8229600" cy="990600"/>
          </a:xfrm>
          <a:prstGeom prst="rect">
            <a:avLst/>
          </a:prstGeom>
        </p:spPr>
        <p:txBody>
          <a:bodyPr vert="horz" anchor="b" anchorCtr="0">
            <a:normAutofit/>
          </a:bodyPr>
          <a:lstStyle/>
          <a:p>
            <a:pPr marL="0" marR="0" lvl="0" indent="0" algn="r" defTabSz="914400" fontAlgn="auto">
              <a:lnSpc>
                <a:spcPct val="100000"/>
              </a:lnSpc>
              <a:spcBef>
                <a:spcPct val="0"/>
              </a:spcBef>
              <a:spcAft>
                <a:spcPts val="0"/>
              </a:spcAft>
              <a:buClrTx/>
              <a:buSzTx/>
              <a:tabLst/>
              <a:defRPr/>
            </a:pPr>
            <a:r>
              <a:rPr lang="es-MX" sz="2900" b="1" dirty="0">
                <a:solidFill>
                  <a:schemeClr val="tx2"/>
                </a:solidFill>
                <a:latin typeface="+mj-lt"/>
                <a:ea typeface="+mj-ea"/>
                <a:cs typeface="+mj-cs"/>
              </a:rPr>
              <a:t>IMPLICACIONES EN…</a:t>
            </a:r>
          </a:p>
        </p:txBody>
      </p:sp>
      <p:sp>
        <p:nvSpPr>
          <p:cNvPr id="5" name="4 CuadroTexto"/>
          <p:cNvSpPr txBox="1"/>
          <p:nvPr/>
        </p:nvSpPr>
        <p:spPr>
          <a:xfrm>
            <a:off x="181824" y="4292355"/>
            <a:ext cx="3025828" cy="1200329"/>
          </a:xfrm>
          <a:prstGeom prst="rect">
            <a:avLst/>
          </a:prstGeom>
          <a:noFill/>
        </p:spPr>
        <p:txBody>
          <a:bodyPr wrap="none" rtlCol="0">
            <a:spAutoFit/>
          </a:bodyPr>
          <a:lstStyle/>
          <a:p>
            <a:r>
              <a:rPr lang="es-MX" dirty="0"/>
              <a:t>Todos los gastos en materiales</a:t>
            </a:r>
          </a:p>
          <a:p>
            <a:r>
              <a:rPr lang="es-MX" dirty="0"/>
              <a:t>y mano de obra involucrados</a:t>
            </a:r>
          </a:p>
          <a:p>
            <a:r>
              <a:rPr lang="es-MX" dirty="0"/>
              <a:t>en la obtención de un bien o</a:t>
            </a:r>
          </a:p>
          <a:p>
            <a:r>
              <a:rPr lang="es-MX" dirty="0"/>
              <a:t>servicio.</a:t>
            </a:r>
          </a:p>
        </p:txBody>
      </p:sp>
      <p:grpSp>
        <p:nvGrpSpPr>
          <p:cNvPr id="7" name="6 Grupo"/>
          <p:cNvGrpSpPr/>
          <p:nvPr/>
        </p:nvGrpSpPr>
        <p:grpSpPr>
          <a:xfrm>
            <a:off x="611560" y="1556792"/>
            <a:ext cx="2403879" cy="2307651"/>
            <a:chOff x="3692120" y="1346504"/>
            <a:chExt cx="2403879" cy="2307651"/>
          </a:xfrm>
        </p:grpSpPr>
        <p:sp>
          <p:nvSpPr>
            <p:cNvPr id="8" name="7 Elipse"/>
            <p:cNvSpPr/>
            <p:nvPr/>
          </p:nvSpPr>
          <p:spPr>
            <a:xfrm>
              <a:off x="3692120" y="1346504"/>
              <a:ext cx="2403879" cy="2307651"/>
            </a:xfrm>
            <a:prstGeom prst="ellipse">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s-MX"/>
            </a:p>
          </p:txBody>
        </p:sp>
        <p:sp>
          <p:nvSpPr>
            <p:cNvPr id="9" name="Elipse 4"/>
            <p:cNvSpPr/>
            <p:nvPr/>
          </p:nvSpPr>
          <p:spPr>
            <a:xfrm>
              <a:off x="4044160" y="1684452"/>
              <a:ext cx="1699799" cy="163175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MX" sz="1600" b="1" kern="1200" dirty="0">
                  <a:solidFill>
                    <a:schemeClr val="tx1"/>
                  </a:solidFill>
                </a:rPr>
                <a:t>Los costos de los procesos, de los materiales y de los sistemas de distribución y almacenamiento</a:t>
              </a:r>
            </a:p>
          </p:txBody>
        </p:sp>
      </p:grpSp>
    </p:spTree>
    <p:extLst>
      <p:ext uri="{BB962C8B-B14F-4D97-AF65-F5344CB8AC3E}">
        <p14:creationId xmlns:p14="http://schemas.microsoft.com/office/powerpoint/2010/main" val="313107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3275856" y="1133452"/>
            <a:ext cx="5554390" cy="5023460"/>
          </a:xfrm>
        </p:spPr>
        <p:txBody>
          <a:bodyPr>
            <a:noAutofit/>
          </a:bodyPr>
          <a:lstStyle/>
          <a:p>
            <a:r>
              <a:rPr lang="es-MX" sz="1800" dirty="0">
                <a:latin typeface="Agency FB" pitchFamily="34" charset="0"/>
              </a:rPr>
              <a:t>Suscribir la cobertura.</a:t>
            </a:r>
          </a:p>
          <a:p>
            <a:pPr lvl="1"/>
            <a:r>
              <a:rPr lang="es-MX" sz="1600" dirty="0">
                <a:latin typeface="Agency FB" pitchFamily="34" charset="0"/>
              </a:rPr>
              <a:t>Prospección del cliente</a:t>
            </a:r>
          </a:p>
          <a:p>
            <a:pPr lvl="1"/>
            <a:r>
              <a:rPr lang="es-MX" sz="1600" dirty="0">
                <a:latin typeface="Agency FB" pitchFamily="34" charset="0"/>
              </a:rPr>
              <a:t>Los servicios relacionados a este proceso.</a:t>
            </a:r>
          </a:p>
          <a:p>
            <a:pPr lvl="1"/>
            <a:r>
              <a:rPr lang="es-MX" sz="1600" dirty="0">
                <a:latin typeface="Agency FB" pitchFamily="34" charset="0"/>
              </a:rPr>
              <a:t>Papel del conducto (Agente, Corredor o Ventanilla)</a:t>
            </a:r>
          </a:p>
          <a:p>
            <a:r>
              <a:rPr lang="es-MX" sz="1800" dirty="0">
                <a:latin typeface="Agency FB" pitchFamily="34" charset="0"/>
              </a:rPr>
              <a:t>Proporcionar la póliza al cliente.</a:t>
            </a:r>
          </a:p>
          <a:p>
            <a:pPr lvl="1"/>
            <a:r>
              <a:rPr lang="es-MX" sz="1600" dirty="0">
                <a:latin typeface="Agency FB" pitchFamily="34" charset="0"/>
              </a:rPr>
              <a:t>Documentos .</a:t>
            </a:r>
          </a:p>
          <a:p>
            <a:pPr lvl="1"/>
            <a:r>
              <a:rPr lang="es-MX" sz="1600" dirty="0">
                <a:latin typeface="Agency FB" pitchFamily="34" charset="0"/>
              </a:rPr>
              <a:t>Servicios relacionados.</a:t>
            </a:r>
          </a:p>
          <a:p>
            <a:pPr lvl="1"/>
            <a:r>
              <a:rPr lang="es-MX" sz="1600" dirty="0">
                <a:latin typeface="Agency FB" pitchFamily="34" charset="0"/>
              </a:rPr>
              <a:t>Cobranza y estados de cuenta</a:t>
            </a:r>
          </a:p>
          <a:p>
            <a:r>
              <a:rPr lang="es-MX" sz="1800" dirty="0">
                <a:latin typeface="Agency FB" pitchFamily="34" charset="0"/>
              </a:rPr>
              <a:t>Eventual pago del siniestro.</a:t>
            </a:r>
          </a:p>
          <a:p>
            <a:pPr lvl="1"/>
            <a:r>
              <a:rPr lang="es-MX" sz="1600" dirty="0">
                <a:latin typeface="Agency FB" pitchFamily="34" charset="0"/>
              </a:rPr>
              <a:t>Atención en el momento del evento/siniestro.</a:t>
            </a:r>
          </a:p>
          <a:p>
            <a:pPr lvl="1"/>
            <a:r>
              <a:rPr lang="es-MX" sz="1600" dirty="0">
                <a:latin typeface="Agency FB" pitchFamily="34" charset="0"/>
              </a:rPr>
              <a:t>Servicio de ajuste y valuación de la perdida.</a:t>
            </a:r>
          </a:p>
          <a:p>
            <a:pPr lvl="1"/>
            <a:r>
              <a:rPr lang="es-MX" sz="1600" dirty="0">
                <a:latin typeface="Agency FB" pitchFamily="34" charset="0"/>
              </a:rPr>
              <a:t>Formas de pago de siniestro</a:t>
            </a:r>
          </a:p>
          <a:p>
            <a:endParaRPr lang="es-MX" sz="2000" dirty="0">
              <a:latin typeface="Agency FB" pitchFamily="34" charset="0"/>
            </a:endParaRPr>
          </a:p>
        </p:txBody>
      </p:sp>
      <p:graphicFrame>
        <p:nvGraphicFramePr>
          <p:cNvPr id="4" name="3 Diagrama"/>
          <p:cNvGraphicFramePr/>
          <p:nvPr>
            <p:extLst>
              <p:ext uri="{D42A27DB-BD31-4B8C-83A1-F6EECF244321}">
                <p14:modId xmlns:p14="http://schemas.microsoft.com/office/powerpoint/2010/main" val="2978852571"/>
              </p:ext>
            </p:extLst>
          </p:nvPr>
        </p:nvGraphicFramePr>
        <p:xfrm>
          <a:off x="359739" y="1268760"/>
          <a:ext cx="2789482" cy="2880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1 Título"/>
          <p:cNvSpPr txBox="1">
            <a:spLocks/>
          </p:cNvSpPr>
          <p:nvPr/>
        </p:nvSpPr>
        <p:spPr>
          <a:xfrm>
            <a:off x="500034" y="142852"/>
            <a:ext cx="8229600" cy="990600"/>
          </a:xfrm>
          <a:prstGeom prst="rect">
            <a:avLst/>
          </a:prstGeom>
        </p:spPr>
        <p:txBody>
          <a:bodyPr vert="horz" anchor="b" anchorCtr="0">
            <a:normAutofit/>
          </a:bodyPr>
          <a:lstStyle/>
          <a:p>
            <a:pPr marL="0" marR="0" lvl="0" indent="0" algn="r" defTabSz="914400" fontAlgn="auto">
              <a:lnSpc>
                <a:spcPct val="100000"/>
              </a:lnSpc>
              <a:spcBef>
                <a:spcPct val="0"/>
              </a:spcBef>
              <a:spcAft>
                <a:spcPts val="0"/>
              </a:spcAft>
              <a:buClrTx/>
              <a:buSzTx/>
              <a:tabLst/>
              <a:defRPr/>
            </a:pPr>
            <a:r>
              <a:rPr lang="es-MX" sz="2900" b="1" dirty="0">
                <a:solidFill>
                  <a:schemeClr val="tx2"/>
                </a:solidFill>
                <a:latin typeface="+mj-lt"/>
                <a:ea typeface="+mj-ea"/>
                <a:cs typeface="+mj-cs"/>
              </a:rPr>
              <a:t>IMPLICACIONES EN…</a:t>
            </a:r>
          </a:p>
        </p:txBody>
      </p:sp>
      <p:sp>
        <p:nvSpPr>
          <p:cNvPr id="5" name="4 CuadroTexto"/>
          <p:cNvSpPr txBox="1"/>
          <p:nvPr/>
        </p:nvSpPr>
        <p:spPr>
          <a:xfrm>
            <a:off x="395536" y="4293096"/>
            <a:ext cx="2520280" cy="2031325"/>
          </a:xfrm>
          <a:prstGeom prst="rect">
            <a:avLst/>
          </a:prstGeom>
          <a:noFill/>
        </p:spPr>
        <p:txBody>
          <a:bodyPr wrap="square" rtlCol="0">
            <a:spAutoFit/>
          </a:bodyPr>
          <a:lstStyle/>
          <a:p>
            <a:r>
              <a:rPr lang="es-MX" dirty="0"/>
              <a:t>El proceso productivo es el </a:t>
            </a:r>
          </a:p>
          <a:p>
            <a:r>
              <a:rPr lang="es-MX" dirty="0"/>
              <a:t>conjunto de acciones  que</a:t>
            </a:r>
          </a:p>
          <a:p>
            <a:r>
              <a:rPr lang="es-MX" dirty="0"/>
              <a:t>encadenadas producen un</a:t>
            </a:r>
          </a:p>
          <a:p>
            <a:r>
              <a:rPr lang="es-MX" dirty="0"/>
              <a:t>bien o servicio.</a:t>
            </a:r>
          </a:p>
        </p:txBody>
      </p:sp>
    </p:spTree>
    <p:extLst>
      <p:ext uri="{BB962C8B-B14F-4D97-AF65-F5344CB8AC3E}">
        <p14:creationId xmlns:p14="http://schemas.microsoft.com/office/powerpoint/2010/main" val="1114994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3266082" y="4509120"/>
            <a:ext cx="5554390" cy="1800199"/>
          </a:xfrm>
        </p:spPr>
        <p:txBody>
          <a:bodyPr>
            <a:noAutofit/>
          </a:bodyPr>
          <a:lstStyle/>
          <a:p>
            <a:r>
              <a:rPr lang="es-MX" dirty="0">
                <a:latin typeface="Agency FB" pitchFamily="34" charset="0"/>
              </a:rPr>
              <a:t>El diseño de productos debe basarse en las fortalezas disponibles considerando todas las posibles rivalidades del entorno, considerando las fuerzas de la competencia.</a:t>
            </a:r>
          </a:p>
        </p:txBody>
      </p:sp>
      <p:graphicFrame>
        <p:nvGraphicFramePr>
          <p:cNvPr id="4" name="3 Diagrama"/>
          <p:cNvGraphicFramePr/>
          <p:nvPr>
            <p:extLst>
              <p:ext uri="{D42A27DB-BD31-4B8C-83A1-F6EECF244321}">
                <p14:modId xmlns:p14="http://schemas.microsoft.com/office/powerpoint/2010/main" val="28879844"/>
              </p:ext>
            </p:extLst>
          </p:nvPr>
        </p:nvGraphicFramePr>
        <p:xfrm>
          <a:off x="359739" y="1268760"/>
          <a:ext cx="2789482" cy="2880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1 Título"/>
          <p:cNvSpPr txBox="1">
            <a:spLocks/>
          </p:cNvSpPr>
          <p:nvPr/>
        </p:nvSpPr>
        <p:spPr>
          <a:xfrm>
            <a:off x="500034" y="142852"/>
            <a:ext cx="8229600" cy="990600"/>
          </a:xfrm>
          <a:prstGeom prst="rect">
            <a:avLst/>
          </a:prstGeom>
        </p:spPr>
        <p:txBody>
          <a:bodyPr vert="horz" anchor="b" anchorCtr="0">
            <a:normAutofit/>
          </a:bodyPr>
          <a:lstStyle/>
          <a:p>
            <a:pPr marL="0" marR="0" lvl="0" indent="0" algn="r" defTabSz="914400" fontAlgn="auto">
              <a:lnSpc>
                <a:spcPct val="100000"/>
              </a:lnSpc>
              <a:spcBef>
                <a:spcPct val="0"/>
              </a:spcBef>
              <a:spcAft>
                <a:spcPts val="0"/>
              </a:spcAft>
              <a:buClrTx/>
              <a:buSzTx/>
              <a:tabLst/>
              <a:defRPr/>
            </a:pPr>
            <a:r>
              <a:rPr lang="es-MX" sz="2900" b="1" dirty="0">
                <a:solidFill>
                  <a:schemeClr val="tx2"/>
                </a:solidFill>
                <a:latin typeface="+mj-lt"/>
                <a:ea typeface="+mj-ea"/>
                <a:cs typeface="+mj-cs"/>
              </a:rPr>
              <a:t>IMPLICACIONES EN…</a:t>
            </a:r>
          </a:p>
        </p:txBody>
      </p:sp>
      <p:sp>
        <p:nvSpPr>
          <p:cNvPr id="5" name="4 CuadroTexto"/>
          <p:cNvSpPr txBox="1"/>
          <p:nvPr/>
        </p:nvSpPr>
        <p:spPr>
          <a:xfrm>
            <a:off x="395536" y="4293096"/>
            <a:ext cx="2351606" cy="646331"/>
          </a:xfrm>
          <a:prstGeom prst="rect">
            <a:avLst/>
          </a:prstGeom>
          <a:noFill/>
        </p:spPr>
        <p:txBody>
          <a:bodyPr wrap="none" rtlCol="0">
            <a:spAutoFit/>
          </a:bodyPr>
          <a:lstStyle/>
          <a:p>
            <a:r>
              <a:rPr lang="es-MX" dirty="0"/>
              <a:t>Porcentaje del total del</a:t>
            </a:r>
          </a:p>
          <a:p>
            <a:r>
              <a:rPr lang="es-MX" dirty="0"/>
              <a:t>mercado disponible.</a:t>
            </a:r>
          </a:p>
        </p:txBody>
      </p:sp>
      <p:grpSp>
        <p:nvGrpSpPr>
          <p:cNvPr id="9" name="8 Grupo"/>
          <p:cNvGrpSpPr/>
          <p:nvPr/>
        </p:nvGrpSpPr>
        <p:grpSpPr>
          <a:xfrm>
            <a:off x="426713" y="1628800"/>
            <a:ext cx="2403879" cy="2307651"/>
            <a:chOff x="0" y="1346504"/>
            <a:chExt cx="2403879" cy="2307651"/>
          </a:xfrm>
        </p:grpSpPr>
        <p:sp>
          <p:nvSpPr>
            <p:cNvPr id="13" name="12 Elipse"/>
            <p:cNvSpPr/>
            <p:nvPr/>
          </p:nvSpPr>
          <p:spPr>
            <a:xfrm>
              <a:off x="0" y="1346504"/>
              <a:ext cx="2403879" cy="2307651"/>
            </a:xfrm>
            <a:prstGeom prst="ellips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s-MX"/>
            </a:p>
          </p:txBody>
        </p:sp>
        <p:sp>
          <p:nvSpPr>
            <p:cNvPr id="14" name="Elipse 4"/>
            <p:cNvSpPr/>
            <p:nvPr/>
          </p:nvSpPr>
          <p:spPr>
            <a:xfrm>
              <a:off x="352040" y="1684452"/>
              <a:ext cx="1699799" cy="163175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MX" sz="1600" b="1" kern="1200" dirty="0">
                  <a:solidFill>
                    <a:schemeClr val="tx1"/>
                  </a:solidFill>
                </a:rPr>
                <a:t>La cuota de mercado</a:t>
              </a:r>
            </a:p>
          </p:txBody>
        </p:sp>
      </p:grpSp>
      <p:pic>
        <p:nvPicPr>
          <p:cNvPr id="15" name="Picture 2" descr="http://upload.wikimedia.org/wikipedia/commons/thumb/7/75/Modelo_Porter.svg/800px-Modelo_Porter.svg.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3888" y="1193463"/>
            <a:ext cx="5085318" cy="3178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051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685330" y="1457305"/>
            <a:ext cx="7772870" cy="3424107"/>
          </a:xfrm>
        </p:spPr>
        <p:txBody>
          <a:bodyPr/>
          <a:lstStyle/>
          <a:p>
            <a:pPr algn="just"/>
            <a:r>
              <a:rPr lang="es-MX" dirty="0">
                <a:latin typeface="Agency FB" pitchFamily="34" charset="0"/>
              </a:rPr>
              <a:t>Dada la tendencia actual del mercado, la definición, selección y diseño del producto  se realizan de forma continua en el tiempo. Algunos factores que afectan a las oportunidades surgidas de la evolución del mercado son:</a:t>
            </a:r>
          </a:p>
          <a:p>
            <a:pPr algn="just"/>
            <a:endParaRPr lang="es-MX" dirty="0">
              <a:latin typeface="Agency FB" pitchFamily="34" charset="0"/>
            </a:endParaRPr>
          </a:p>
        </p:txBody>
      </p:sp>
      <p:graphicFrame>
        <p:nvGraphicFramePr>
          <p:cNvPr id="4" name="3 Diagrama"/>
          <p:cNvGraphicFramePr/>
          <p:nvPr>
            <p:extLst>
              <p:ext uri="{D42A27DB-BD31-4B8C-83A1-F6EECF244321}">
                <p14:modId xmlns:p14="http://schemas.microsoft.com/office/powerpoint/2010/main" val="1818577320"/>
              </p:ext>
            </p:extLst>
          </p:nvPr>
        </p:nvGraphicFramePr>
        <p:xfrm>
          <a:off x="1835696" y="3356992"/>
          <a:ext cx="5136232" cy="33570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4 CuadroTexto"/>
          <p:cNvSpPr txBox="1"/>
          <p:nvPr/>
        </p:nvSpPr>
        <p:spPr>
          <a:xfrm>
            <a:off x="6149653" y="3782547"/>
            <a:ext cx="2553904" cy="369332"/>
          </a:xfrm>
          <a:prstGeom prst="rect">
            <a:avLst/>
          </a:prstGeom>
          <a:noFill/>
        </p:spPr>
        <p:txBody>
          <a:bodyPr wrap="none" rtlCol="0">
            <a:spAutoFit/>
          </a:bodyPr>
          <a:lstStyle/>
          <a:p>
            <a:r>
              <a:rPr lang="es-MX" dirty="0"/>
              <a:t>Campo del conocimiento</a:t>
            </a:r>
          </a:p>
        </p:txBody>
      </p:sp>
      <p:sp>
        <p:nvSpPr>
          <p:cNvPr id="6" name="5 CuadroTexto"/>
          <p:cNvSpPr txBox="1"/>
          <p:nvPr/>
        </p:nvSpPr>
        <p:spPr>
          <a:xfrm>
            <a:off x="6429388" y="5286388"/>
            <a:ext cx="2074158" cy="646331"/>
          </a:xfrm>
          <a:prstGeom prst="rect">
            <a:avLst/>
          </a:prstGeom>
          <a:noFill/>
        </p:spPr>
        <p:txBody>
          <a:bodyPr wrap="none" rtlCol="0">
            <a:spAutoFit/>
          </a:bodyPr>
          <a:lstStyle/>
          <a:p>
            <a:r>
              <a:rPr lang="es-MX" dirty="0"/>
              <a:t>Nuevos acuerdos: </a:t>
            </a:r>
          </a:p>
          <a:p>
            <a:r>
              <a:rPr lang="es-MX" dirty="0"/>
              <a:t>Comercio,  Tarifas…</a:t>
            </a:r>
          </a:p>
        </p:txBody>
      </p:sp>
      <p:sp>
        <p:nvSpPr>
          <p:cNvPr id="7" name="6 CuadroTexto"/>
          <p:cNvSpPr txBox="1"/>
          <p:nvPr/>
        </p:nvSpPr>
        <p:spPr>
          <a:xfrm>
            <a:off x="500034" y="5357826"/>
            <a:ext cx="2310248" cy="646331"/>
          </a:xfrm>
          <a:prstGeom prst="rect">
            <a:avLst/>
          </a:prstGeom>
          <a:noFill/>
        </p:spPr>
        <p:txBody>
          <a:bodyPr wrap="none" rtlCol="0">
            <a:spAutoFit/>
          </a:bodyPr>
          <a:lstStyle/>
          <a:p>
            <a:pPr algn="r"/>
            <a:r>
              <a:rPr lang="es-MX" dirty="0"/>
              <a:t>Hábitos y necesidades </a:t>
            </a:r>
          </a:p>
          <a:p>
            <a:pPr algn="r"/>
            <a:r>
              <a:rPr lang="es-MX" dirty="0"/>
              <a:t>de los consumidores </a:t>
            </a:r>
          </a:p>
        </p:txBody>
      </p:sp>
      <p:sp>
        <p:nvSpPr>
          <p:cNvPr id="8" name="7 CuadroTexto"/>
          <p:cNvSpPr txBox="1"/>
          <p:nvPr/>
        </p:nvSpPr>
        <p:spPr>
          <a:xfrm>
            <a:off x="500034" y="3643314"/>
            <a:ext cx="2214578" cy="1200329"/>
          </a:xfrm>
          <a:prstGeom prst="rect">
            <a:avLst/>
          </a:prstGeom>
          <a:noFill/>
        </p:spPr>
        <p:txBody>
          <a:bodyPr wrap="square" rtlCol="0">
            <a:spAutoFit/>
          </a:bodyPr>
          <a:lstStyle/>
          <a:p>
            <a:pPr algn="r"/>
            <a:r>
              <a:rPr lang="es-MX" dirty="0"/>
              <a:t>Disponibilidad de fondos:</a:t>
            </a:r>
          </a:p>
          <a:p>
            <a:pPr algn="r"/>
            <a:r>
              <a:rPr lang="es-MX" dirty="0"/>
              <a:t>Ciclos económicos</a:t>
            </a:r>
          </a:p>
        </p:txBody>
      </p:sp>
      <p:sp>
        <p:nvSpPr>
          <p:cNvPr id="9" name="1 Título"/>
          <p:cNvSpPr txBox="1">
            <a:spLocks/>
          </p:cNvSpPr>
          <p:nvPr/>
        </p:nvSpPr>
        <p:spPr>
          <a:xfrm>
            <a:off x="500034" y="116632"/>
            <a:ext cx="8229600" cy="990600"/>
          </a:xfrm>
          <a:prstGeom prst="rect">
            <a:avLst/>
          </a:prstGeom>
        </p:spPr>
        <p:txBody>
          <a:bodyPr vert="horz" anchor="b" anchorCtr="0">
            <a:normAutofit/>
          </a:bodyPr>
          <a:lstStyle/>
          <a:p>
            <a:pPr marL="0" marR="0" lvl="0" indent="0" algn="r" defTabSz="914400" fontAlgn="auto">
              <a:lnSpc>
                <a:spcPct val="100000"/>
              </a:lnSpc>
              <a:spcBef>
                <a:spcPct val="0"/>
              </a:spcBef>
              <a:spcAft>
                <a:spcPts val="0"/>
              </a:spcAft>
              <a:buClrTx/>
              <a:buSzTx/>
              <a:tabLst/>
              <a:defRPr/>
            </a:pPr>
            <a:r>
              <a:rPr lang="es-MX" sz="2900" b="1" dirty="0">
                <a:solidFill>
                  <a:schemeClr val="tx2"/>
                </a:solidFill>
                <a:latin typeface="+mj-lt"/>
                <a:ea typeface="+mj-ea"/>
                <a:cs typeface="+mj-cs"/>
              </a:rPr>
              <a:t>EL DESARROLLO DE PRODUCTOS TIENE IMPLICACIONES EXTRÍNSECAS EN…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630175" y="2233564"/>
            <a:ext cx="8229600" cy="4145672"/>
          </a:xfrm>
        </p:spPr>
        <p:txBody>
          <a:bodyPr>
            <a:noAutofit/>
          </a:bodyPr>
          <a:lstStyle/>
          <a:p>
            <a:pPr algn="just"/>
            <a:r>
              <a:rPr lang="es-MX" sz="2400" dirty="0">
                <a:latin typeface="Agency FB" pitchFamily="34" charset="0"/>
              </a:rPr>
              <a:t>El cambio económico:</a:t>
            </a:r>
          </a:p>
          <a:p>
            <a:pPr lvl="1" algn="just"/>
            <a:endParaRPr lang="es-ES" sz="2000" dirty="0">
              <a:latin typeface="Agency FB" pitchFamily="34" charset="0"/>
            </a:endParaRPr>
          </a:p>
          <a:p>
            <a:pPr lvl="1" algn="just"/>
            <a:r>
              <a:rPr lang="es-ES" dirty="0">
                <a:latin typeface="Agency FB" pitchFamily="34" charset="0"/>
              </a:rPr>
              <a:t>A largo plazo la disponibilidad de fondos de las familias crece. Sin embargo a corto plazo se producen cambios en los ciclos económicos que influyen en el poder adquisitivo de las familias e individuos.</a:t>
            </a:r>
          </a:p>
          <a:p>
            <a:pPr lvl="1" algn="just"/>
            <a:r>
              <a:rPr lang="es-ES" dirty="0">
                <a:latin typeface="Agency FB" pitchFamily="34" charset="0"/>
              </a:rPr>
              <a:t>En estos ciclos, los objetivos de cobertura, ahorro o costos de los servicios deben adaptarse.</a:t>
            </a:r>
          </a:p>
          <a:p>
            <a:pPr lvl="1" algn="just"/>
            <a:r>
              <a:rPr lang="es-ES" dirty="0">
                <a:latin typeface="Agency FB" pitchFamily="34" charset="0"/>
              </a:rPr>
              <a:t>Los ciclos económicos influyen en el desempeño de las tasa reales de interés, mismas que afectan directamente las tasas técnicas de los supuestos actuariales.</a:t>
            </a:r>
            <a:endParaRPr lang="es-MX" dirty="0">
              <a:latin typeface="Agency FB" pitchFamily="34" charset="0"/>
            </a:endParaRPr>
          </a:p>
        </p:txBody>
      </p:sp>
      <p:sp>
        <p:nvSpPr>
          <p:cNvPr id="8" name="7 CuadroTexto"/>
          <p:cNvSpPr txBox="1"/>
          <p:nvPr/>
        </p:nvSpPr>
        <p:spPr>
          <a:xfrm>
            <a:off x="2410976" y="332656"/>
            <a:ext cx="2543645" cy="646331"/>
          </a:xfrm>
          <a:prstGeom prst="rect">
            <a:avLst/>
          </a:prstGeom>
          <a:noFill/>
        </p:spPr>
        <p:txBody>
          <a:bodyPr wrap="none" rtlCol="0">
            <a:spAutoFit/>
          </a:bodyPr>
          <a:lstStyle/>
          <a:p>
            <a:r>
              <a:rPr lang="es-MX" dirty="0"/>
              <a:t>Disponibilidad de fondos:</a:t>
            </a:r>
          </a:p>
          <a:p>
            <a:r>
              <a:rPr lang="es-MX" dirty="0"/>
              <a:t>Ciclos económicos</a:t>
            </a:r>
          </a:p>
        </p:txBody>
      </p:sp>
      <p:grpSp>
        <p:nvGrpSpPr>
          <p:cNvPr id="9" name="8 Grupo"/>
          <p:cNvGrpSpPr/>
          <p:nvPr/>
        </p:nvGrpSpPr>
        <p:grpSpPr>
          <a:xfrm>
            <a:off x="493090" y="235183"/>
            <a:ext cx="1917886" cy="1764705"/>
            <a:chOff x="1402080" y="530030"/>
            <a:chExt cx="1584960" cy="1584960"/>
          </a:xfrm>
        </p:grpSpPr>
        <p:sp>
          <p:nvSpPr>
            <p:cNvPr id="10" name="9 Rectángulo redondeado"/>
            <p:cNvSpPr/>
            <p:nvPr/>
          </p:nvSpPr>
          <p:spPr>
            <a:xfrm>
              <a:off x="1402080" y="530030"/>
              <a:ext cx="1584960" cy="1584960"/>
            </a:xfrm>
            <a:prstGeom prst="round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s-MX"/>
            </a:p>
          </p:txBody>
        </p:sp>
        <p:sp>
          <p:nvSpPr>
            <p:cNvPr id="11" name="10 Rectángulo"/>
            <p:cNvSpPr/>
            <p:nvPr/>
          </p:nvSpPr>
          <p:spPr>
            <a:xfrm>
              <a:off x="1479451" y="607401"/>
              <a:ext cx="1430218" cy="143021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s-MX" sz="2400" i="1" kern="1200" dirty="0">
                  <a:solidFill>
                    <a:schemeClr val="tx1"/>
                  </a:solidFill>
                </a:rPr>
                <a:t>Cambio económico</a:t>
              </a:r>
              <a:endParaRPr lang="es-MX" sz="2400" kern="1200" dirty="0">
                <a:solidFill>
                  <a:schemeClr val="tx1"/>
                </a:solidFill>
              </a:endParaRPr>
            </a:p>
          </p:txBody>
        </p:sp>
      </p:grpSp>
    </p:spTree>
    <p:extLst>
      <p:ext uri="{BB962C8B-B14F-4D97-AF65-F5344CB8AC3E}">
        <p14:creationId xmlns:p14="http://schemas.microsoft.com/office/powerpoint/2010/main" val="318800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457200" y="1700808"/>
            <a:ext cx="8229600" cy="4680520"/>
          </a:xfrm>
        </p:spPr>
        <p:txBody>
          <a:bodyPr>
            <a:noAutofit/>
          </a:bodyPr>
          <a:lstStyle/>
          <a:p>
            <a:pPr algn="just"/>
            <a:r>
              <a:rPr lang="es-MX" sz="2400" dirty="0">
                <a:latin typeface="Agency FB" pitchFamily="34" charset="0"/>
              </a:rPr>
              <a:t>El cambio tecnológico del entorno afecta la forma de </a:t>
            </a:r>
            <a:r>
              <a:rPr lang="es-ES" sz="2400" dirty="0">
                <a:latin typeface="Agency FB" pitchFamily="34" charset="0"/>
              </a:rPr>
              <a:t>hacer el negocio de</a:t>
            </a:r>
            <a:r>
              <a:rPr lang="es-MX" sz="2400" dirty="0">
                <a:latin typeface="Agency FB" pitchFamily="34" charset="0"/>
              </a:rPr>
              <a:t> seguros:</a:t>
            </a:r>
          </a:p>
          <a:p>
            <a:pPr lvl="1" algn="just"/>
            <a:r>
              <a:rPr lang="es-MX" sz="2000" dirty="0">
                <a:latin typeface="Agency FB" pitchFamily="34" charset="0"/>
              </a:rPr>
              <a:t>La introducción de equipos de alta tecnología hace importante las coberturas especializadas.</a:t>
            </a:r>
          </a:p>
          <a:p>
            <a:pPr lvl="1" algn="just"/>
            <a:r>
              <a:rPr lang="es-MX" sz="2000" dirty="0">
                <a:latin typeface="Agency FB" pitchFamily="34" charset="0"/>
              </a:rPr>
              <a:t>E</a:t>
            </a:r>
            <a:r>
              <a:rPr lang="es-ES" sz="2000" dirty="0">
                <a:latin typeface="Agency FB" pitchFamily="34" charset="0"/>
              </a:rPr>
              <a:t>l acceso a la Internet facilita l</a:t>
            </a:r>
            <a:r>
              <a:rPr lang="es-MX" sz="2000" dirty="0">
                <a:latin typeface="Agency FB" pitchFamily="34" charset="0"/>
              </a:rPr>
              <a:t>a suscripción en línea </a:t>
            </a:r>
            <a:r>
              <a:rPr lang="es-ES" sz="2000" dirty="0">
                <a:latin typeface="Agency FB" pitchFamily="34" charset="0"/>
              </a:rPr>
              <a:t>y</a:t>
            </a:r>
            <a:r>
              <a:rPr lang="es-MX" sz="2000" dirty="0">
                <a:latin typeface="Agency FB" pitchFamily="34" charset="0"/>
              </a:rPr>
              <a:t> permite al cliente la comparación de costos y coberturas</a:t>
            </a:r>
            <a:r>
              <a:rPr lang="es-ES" sz="2000" dirty="0">
                <a:latin typeface="Agency FB" pitchFamily="34" charset="0"/>
              </a:rPr>
              <a:t>.</a:t>
            </a:r>
          </a:p>
          <a:p>
            <a:pPr lvl="1" algn="just"/>
            <a:r>
              <a:rPr lang="es-ES" sz="2000" dirty="0">
                <a:latin typeface="Agency FB" pitchFamily="34" charset="0"/>
              </a:rPr>
              <a:t>La colocación de los reaseguros internacionales se facilita y ayuda en la colocación de grandes riesgos.</a:t>
            </a:r>
          </a:p>
          <a:p>
            <a:pPr lvl="1" algn="just"/>
            <a:r>
              <a:rPr lang="es-MX" sz="2000" dirty="0">
                <a:latin typeface="Agency FB" pitchFamily="34" charset="0"/>
              </a:rPr>
              <a:t>La bancarización electrónica, los medios instantáneos de transferencia de recursos, han moldeado la forma actual de hacer negocios.</a:t>
            </a:r>
          </a:p>
        </p:txBody>
      </p:sp>
      <p:grpSp>
        <p:nvGrpSpPr>
          <p:cNvPr id="12" name="11 Grupo"/>
          <p:cNvGrpSpPr/>
          <p:nvPr/>
        </p:nvGrpSpPr>
        <p:grpSpPr>
          <a:xfrm>
            <a:off x="6731456" y="115848"/>
            <a:ext cx="1584960" cy="1584960"/>
            <a:chOff x="3108960" y="386080"/>
            <a:chExt cx="1584960" cy="1584960"/>
          </a:xfrm>
        </p:grpSpPr>
        <p:sp>
          <p:nvSpPr>
            <p:cNvPr id="13" name="12 Rectángulo redondeado"/>
            <p:cNvSpPr/>
            <p:nvPr/>
          </p:nvSpPr>
          <p:spPr>
            <a:xfrm>
              <a:off x="3108960" y="386080"/>
              <a:ext cx="1584960" cy="1584960"/>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s-MX"/>
            </a:p>
          </p:txBody>
        </p:sp>
        <p:sp>
          <p:nvSpPr>
            <p:cNvPr id="14" name="13 Rectángulo"/>
            <p:cNvSpPr/>
            <p:nvPr/>
          </p:nvSpPr>
          <p:spPr>
            <a:xfrm>
              <a:off x="3186331" y="463451"/>
              <a:ext cx="1430218" cy="143021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s-MX" sz="2100" i="1" kern="1200" dirty="0">
                  <a:solidFill>
                    <a:schemeClr val="tx1"/>
                  </a:solidFill>
                </a:rPr>
                <a:t>Cambio tecnológico</a:t>
              </a:r>
              <a:endParaRPr lang="es-MX" sz="2100" kern="1200" dirty="0">
                <a:solidFill>
                  <a:schemeClr val="tx1"/>
                </a:solidFill>
              </a:endParaRPr>
            </a:p>
          </p:txBody>
        </p:sp>
      </p:grpSp>
      <p:sp>
        <p:nvSpPr>
          <p:cNvPr id="15" name="14 CuadroTexto"/>
          <p:cNvSpPr txBox="1"/>
          <p:nvPr/>
        </p:nvSpPr>
        <p:spPr>
          <a:xfrm>
            <a:off x="3674280" y="611396"/>
            <a:ext cx="2553904" cy="369332"/>
          </a:xfrm>
          <a:prstGeom prst="rect">
            <a:avLst/>
          </a:prstGeom>
          <a:noFill/>
        </p:spPr>
        <p:txBody>
          <a:bodyPr wrap="none" rtlCol="0">
            <a:spAutoFit/>
          </a:bodyPr>
          <a:lstStyle/>
          <a:p>
            <a:r>
              <a:rPr lang="es-MX" dirty="0"/>
              <a:t>Campo del conocimiento</a:t>
            </a:r>
          </a:p>
        </p:txBody>
      </p:sp>
    </p:spTree>
    <p:extLst>
      <p:ext uri="{BB962C8B-B14F-4D97-AF65-F5344CB8AC3E}">
        <p14:creationId xmlns:p14="http://schemas.microsoft.com/office/powerpoint/2010/main" val="905007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463192" y="2041403"/>
            <a:ext cx="8229600" cy="4145672"/>
          </a:xfrm>
        </p:spPr>
        <p:txBody>
          <a:bodyPr>
            <a:noAutofit/>
          </a:bodyPr>
          <a:lstStyle/>
          <a:p>
            <a:pPr algn="just"/>
            <a:r>
              <a:rPr lang="es-MX" sz="2400" dirty="0">
                <a:latin typeface="Agency FB" pitchFamily="34" charset="0"/>
              </a:rPr>
              <a:t>El estudio de los valores demográficos es esencial para un correcto desarrollo del negocio de seguros</a:t>
            </a:r>
            <a:r>
              <a:rPr lang="es-ES" sz="2400" dirty="0">
                <a:latin typeface="Agency FB" pitchFamily="34" charset="0"/>
              </a:rPr>
              <a:t>:</a:t>
            </a:r>
            <a:endParaRPr lang="es-MX" sz="2400" dirty="0">
              <a:latin typeface="Agency FB" pitchFamily="34" charset="0"/>
            </a:endParaRPr>
          </a:p>
          <a:p>
            <a:pPr lvl="1" algn="just"/>
            <a:r>
              <a:rPr lang="es-MX" dirty="0">
                <a:latin typeface="Agency FB" pitchFamily="34" charset="0"/>
              </a:rPr>
              <a:t>La estructura por edades define el tipo de seguros y el tamaño del mercado.</a:t>
            </a:r>
          </a:p>
          <a:p>
            <a:pPr lvl="1" algn="just"/>
            <a:r>
              <a:rPr lang="es-MX" dirty="0">
                <a:latin typeface="Agency FB" pitchFamily="34" charset="0"/>
              </a:rPr>
              <a:t>Una distribución efectiva de la riqueza propicia </a:t>
            </a:r>
            <a:r>
              <a:rPr lang="es-ES" dirty="0">
                <a:latin typeface="Agency FB" pitchFamily="34" charset="0"/>
              </a:rPr>
              <a:t>a la población un mayor poder de adquisición y por tanto </a:t>
            </a:r>
            <a:r>
              <a:rPr lang="es-MX" dirty="0">
                <a:latin typeface="Agency FB" pitchFamily="34" charset="0"/>
              </a:rPr>
              <a:t>la demanda de seguros para cubrir </a:t>
            </a:r>
            <a:r>
              <a:rPr lang="es-ES" dirty="0">
                <a:latin typeface="Agency FB" pitchFamily="34" charset="0"/>
              </a:rPr>
              <a:t>sus</a:t>
            </a:r>
            <a:r>
              <a:rPr lang="es-MX" dirty="0">
                <a:latin typeface="Agency FB" pitchFamily="34" charset="0"/>
              </a:rPr>
              <a:t> bienes.</a:t>
            </a:r>
          </a:p>
          <a:p>
            <a:pPr lvl="1" algn="just"/>
            <a:r>
              <a:rPr lang="es-MX" dirty="0">
                <a:latin typeface="Agency FB" pitchFamily="34" charset="0"/>
              </a:rPr>
              <a:t>Indicadores como el crecimiento de los sectores productivos influyen directamente en al crecimiento de un Mercado específico de seguros.</a:t>
            </a:r>
          </a:p>
        </p:txBody>
      </p:sp>
      <p:grpSp>
        <p:nvGrpSpPr>
          <p:cNvPr id="7" name="Grupo 1"/>
          <p:cNvGrpSpPr/>
          <p:nvPr/>
        </p:nvGrpSpPr>
        <p:grpSpPr>
          <a:xfrm>
            <a:off x="339161" y="172896"/>
            <a:ext cx="1890403" cy="1781539"/>
            <a:chOff x="1402080" y="2092960"/>
            <a:chExt cx="1584960" cy="1584960"/>
          </a:xfrm>
        </p:grpSpPr>
        <p:sp>
          <p:nvSpPr>
            <p:cNvPr id="12" name="Rectángulo redondeado 3"/>
            <p:cNvSpPr/>
            <p:nvPr/>
          </p:nvSpPr>
          <p:spPr>
            <a:xfrm>
              <a:off x="1402080" y="2092960"/>
              <a:ext cx="1584960" cy="1584960"/>
            </a:xfrm>
            <a:prstGeom prst="roundRect">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s-MX"/>
            </a:p>
          </p:txBody>
        </p:sp>
        <p:sp>
          <p:nvSpPr>
            <p:cNvPr id="13" name="Rectángulo 4"/>
            <p:cNvSpPr/>
            <p:nvPr/>
          </p:nvSpPr>
          <p:spPr>
            <a:xfrm>
              <a:off x="1479451" y="2170331"/>
              <a:ext cx="1430218" cy="143021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s-MX" sz="2100" i="1" kern="1200" dirty="0">
                  <a:solidFill>
                    <a:schemeClr val="tx1"/>
                  </a:solidFill>
                </a:rPr>
                <a:t>Cambio sociológico y demográfico</a:t>
              </a:r>
              <a:endParaRPr lang="es-MX" sz="2100" kern="1200" dirty="0">
                <a:solidFill>
                  <a:schemeClr val="tx1"/>
                </a:solidFill>
              </a:endParaRPr>
            </a:p>
          </p:txBody>
        </p:sp>
      </p:grpSp>
      <p:sp>
        <p:nvSpPr>
          <p:cNvPr id="14" name="6 CuadroTexto"/>
          <p:cNvSpPr txBox="1"/>
          <p:nvPr/>
        </p:nvSpPr>
        <p:spPr>
          <a:xfrm>
            <a:off x="2771800" y="417334"/>
            <a:ext cx="2310248" cy="646331"/>
          </a:xfrm>
          <a:prstGeom prst="rect">
            <a:avLst/>
          </a:prstGeom>
          <a:noFill/>
        </p:spPr>
        <p:txBody>
          <a:bodyPr wrap="none" rtlCol="0">
            <a:spAutoFit/>
          </a:bodyPr>
          <a:lstStyle/>
          <a:p>
            <a:pPr algn="r"/>
            <a:r>
              <a:rPr lang="es-MX" dirty="0"/>
              <a:t>Hábitos y necesidades </a:t>
            </a:r>
          </a:p>
          <a:p>
            <a:pPr algn="r"/>
            <a:r>
              <a:rPr lang="es-MX" dirty="0"/>
              <a:t>de los consumidores </a:t>
            </a:r>
          </a:p>
        </p:txBody>
      </p:sp>
    </p:spTree>
    <p:extLst>
      <p:ext uri="{BB962C8B-B14F-4D97-AF65-F5344CB8AC3E}">
        <p14:creationId xmlns:p14="http://schemas.microsoft.com/office/powerpoint/2010/main" val="1955277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463192" y="2041403"/>
            <a:ext cx="8229600" cy="4145672"/>
          </a:xfrm>
        </p:spPr>
        <p:txBody>
          <a:bodyPr>
            <a:noAutofit/>
          </a:bodyPr>
          <a:lstStyle/>
          <a:p>
            <a:pPr algn="just"/>
            <a:r>
              <a:rPr lang="es-MX" sz="2400" dirty="0">
                <a:latin typeface="Agency FB" pitchFamily="34" charset="0"/>
              </a:rPr>
              <a:t>El estudio de los valores demográficos es esencial para un correcto desarrollo del negocio de seguros:</a:t>
            </a:r>
          </a:p>
          <a:p>
            <a:pPr lvl="1" algn="just"/>
            <a:r>
              <a:rPr lang="es-MX" sz="2000" dirty="0">
                <a:latin typeface="Agency FB" pitchFamily="34" charset="0"/>
              </a:rPr>
              <a:t>Lo mortalidad, natalidad, morbilidad, son valores esenciales para el actuario</a:t>
            </a:r>
            <a:r>
              <a:rPr lang="es-ES" sz="2000" dirty="0">
                <a:latin typeface="Agency FB" pitchFamily="34" charset="0"/>
              </a:rPr>
              <a:t>.</a:t>
            </a:r>
          </a:p>
          <a:p>
            <a:pPr lvl="1" algn="just"/>
            <a:r>
              <a:rPr lang="es-ES" sz="2000" dirty="0">
                <a:latin typeface="Agency FB" pitchFamily="34" charset="0"/>
              </a:rPr>
              <a:t>El conocimiento de los valores sociológicos y económicos son fundamento para el conocimiento del mercado.</a:t>
            </a:r>
            <a:endParaRPr lang="es-MX" sz="2000" dirty="0">
              <a:latin typeface="Agency FB" pitchFamily="34" charset="0"/>
            </a:endParaRPr>
          </a:p>
        </p:txBody>
      </p:sp>
      <p:grpSp>
        <p:nvGrpSpPr>
          <p:cNvPr id="7" name="Grupo 6"/>
          <p:cNvGrpSpPr/>
          <p:nvPr/>
        </p:nvGrpSpPr>
        <p:grpSpPr>
          <a:xfrm>
            <a:off x="339161" y="172896"/>
            <a:ext cx="1890403" cy="1781539"/>
            <a:chOff x="1402080" y="2092960"/>
            <a:chExt cx="1584960" cy="1584960"/>
          </a:xfrm>
        </p:grpSpPr>
        <p:sp>
          <p:nvSpPr>
            <p:cNvPr id="12" name="Rectángulo redondeado 11"/>
            <p:cNvSpPr/>
            <p:nvPr/>
          </p:nvSpPr>
          <p:spPr>
            <a:xfrm>
              <a:off x="1402080" y="2092960"/>
              <a:ext cx="1584960" cy="1584960"/>
            </a:xfrm>
            <a:prstGeom prst="roundRect">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s-MX"/>
            </a:p>
          </p:txBody>
        </p:sp>
        <p:sp>
          <p:nvSpPr>
            <p:cNvPr id="13" name="Rectángulo 12"/>
            <p:cNvSpPr/>
            <p:nvPr/>
          </p:nvSpPr>
          <p:spPr>
            <a:xfrm>
              <a:off x="1479451" y="2170331"/>
              <a:ext cx="1430218" cy="143021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s-MX" sz="2100" i="1" kern="1200" dirty="0">
                  <a:solidFill>
                    <a:schemeClr val="tx1"/>
                  </a:solidFill>
                </a:rPr>
                <a:t>Cambio sociológico y demográfico</a:t>
              </a:r>
              <a:endParaRPr lang="es-MX" sz="2100" kern="1200" dirty="0">
                <a:solidFill>
                  <a:schemeClr val="tx1"/>
                </a:solidFill>
              </a:endParaRPr>
            </a:p>
          </p:txBody>
        </p:sp>
      </p:grpSp>
      <p:sp>
        <p:nvSpPr>
          <p:cNvPr id="14" name="6 CuadroTexto"/>
          <p:cNvSpPr txBox="1"/>
          <p:nvPr/>
        </p:nvSpPr>
        <p:spPr>
          <a:xfrm>
            <a:off x="2915816" y="418586"/>
            <a:ext cx="2310248" cy="646331"/>
          </a:xfrm>
          <a:prstGeom prst="rect">
            <a:avLst/>
          </a:prstGeom>
          <a:noFill/>
        </p:spPr>
        <p:txBody>
          <a:bodyPr wrap="none" rtlCol="0">
            <a:spAutoFit/>
          </a:bodyPr>
          <a:lstStyle/>
          <a:p>
            <a:pPr algn="r"/>
            <a:r>
              <a:rPr lang="es-MX" dirty="0"/>
              <a:t>Hábitos y necesidades </a:t>
            </a:r>
          </a:p>
          <a:p>
            <a:pPr algn="r"/>
            <a:r>
              <a:rPr lang="es-MX" dirty="0"/>
              <a:t>de los consumidores </a:t>
            </a:r>
          </a:p>
        </p:txBody>
      </p:sp>
    </p:spTree>
    <p:extLst>
      <p:ext uri="{BB962C8B-B14F-4D97-AF65-F5344CB8AC3E}">
        <p14:creationId xmlns:p14="http://schemas.microsoft.com/office/powerpoint/2010/main" val="476152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445640" y="1922979"/>
            <a:ext cx="8229600" cy="4145672"/>
          </a:xfrm>
        </p:spPr>
        <p:txBody>
          <a:bodyPr>
            <a:noAutofit/>
          </a:bodyPr>
          <a:lstStyle/>
          <a:p>
            <a:pPr algn="just"/>
            <a:r>
              <a:rPr lang="es-MX" sz="2400" dirty="0">
                <a:latin typeface="Agency FB" pitchFamily="34" charset="0"/>
              </a:rPr>
              <a:t>El gobierno, influye directamente en la definición del negocio del seguro:</a:t>
            </a:r>
          </a:p>
          <a:p>
            <a:pPr lvl="1" algn="just"/>
            <a:r>
              <a:rPr lang="es-MX" sz="2000" dirty="0">
                <a:latin typeface="Agency FB" pitchFamily="34" charset="0"/>
              </a:rPr>
              <a:t>La apertura de mercados y el crecimiento de la industria privada, son factores que fomentan la necesidad de coberturas del negocio industrial, altamente especializado.</a:t>
            </a:r>
          </a:p>
          <a:p>
            <a:pPr lvl="1" algn="just"/>
            <a:r>
              <a:rPr lang="es-MX" sz="2000" dirty="0">
                <a:latin typeface="Agency FB" pitchFamily="34" charset="0"/>
              </a:rPr>
              <a:t>Un gobierno centralizado lo inhibe.</a:t>
            </a:r>
          </a:p>
          <a:p>
            <a:pPr lvl="1" algn="just"/>
            <a:r>
              <a:rPr lang="es-MX" sz="2000" dirty="0">
                <a:latin typeface="Agency FB" pitchFamily="34" charset="0"/>
              </a:rPr>
              <a:t>Solvencia II está inspirada en la </a:t>
            </a:r>
            <a:r>
              <a:rPr lang="es-MX" sz="2000" u="sng" dirty="0">
                <a:latin typeface="Agency FB" pitchFamily="34" charset="0"/>
              </a:rPr>
              <a:t>autorregulación</a:t>
            </a:r>
            <a:r>
              <a:rPr lang="es-MX" sz="2000" dirty="0">
                <a:latin typeface="Agency FB" pitchFamily="34" charset="0"/>
              </a:rPr>
              <a:t>  y la </a:t>
            </a:r>
            <a:r>
              <a:rPr lang="es-MX" sz="2000" u="sng" dirty="0">
                <a:latin typeface="Agency FB" pitchFamily="34" charset="0"/>
              </a:rPr>
              <a:t>supervisión prudencial</a:t>
            </a:r>
            <a:r>
              <a:rPr lang="es-MX" sz="2000" dirty="0">
                <a:latin typeface="Agency FB" pitchFamily="34" charset="0"/>
              </a:rPr>
              <a:t>.</a:t>
            </a:r>
          </a:p>
        </p:txBody>
      </p:sp>
      <p:grpSp>
        <p:nvGrpSpPr>
          <p:cNvPr id="8" name="Grupo 7"/>
          <p:cNvGrpSpPr/>
          <p:nvPr/>
        </p:nvGrpSpPr>
        <p:grpSpPr>
          <a:xfrm>
            <a:off x="6803464" y="260648"/>
            <a:ext cx="1584960" cy="1584960"/>
            <a:chOff x="3108960" y="2092960"/>
            <a:chExt cx="1584960" cy="1584960"/>
          </a:xfrm>
        </p:grpSpPr>
        <p:sp>
          <p:nvSpPr>
            <p:cNvPr id="9" name="Rectángulo redondeado 8"/>
            <p:cNvSpPr/>
            <p:nvPr/>
          </p:nvSpPr>
          <p:spPr>
            <a:xfrm>
              <a:off x="3108960" y="2092960"/>
              <a:ext cx="1584960" cy="1584960"/>
            </a:xfrm>
            <a:prstGeom prst="roundRect">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s-MX"/>
            </a:p>
          </p:txBody>
        </p:sp>
        <p:sp>
          <p:nvSpPr>
            <p:cNvPr id="10" name="Rectángulo 9"/>
            <p:cNvSpPr/>
            <p:nvPr/>
          </p:nvSpPr>
          <p:spPr>
            <a:xfrm>
              <a:off x="3186331" y="2170331"/>
              <a:ext cx="1430218" cy="143021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s-MX" sz="2100" i="1" kern="1200" dirty="0">
                  <a:solidFill>
                    <a:schemeClr val="tx1"/>
                  </a:solidFill>
                </a:rPr>
                <a:t>Cambio político</a:t>
              </a:r>
              <a:endParaRPr lang="es-MX" sz="2100" kern="1200" dirty="0">
                <a:solidFill>
                  <a:schemeClr val="tx1"/>
                </a:solidFill>
              </a:endParaRPr>
            </a:p>
          </p:txBody>
        </p:sp>
      </p:grpSp>
      <p:sp>
        <p:nvSpPr>
          <p:cNvPr id="11" name="5 CuadroTexto"/>
          <p:cNvSpPr txBox="1"/>
          <p:nvPr/>
        </p:nvSpPr>
        <p:spPr>
          <a:xfrm>
            <a:off x="4427984" y="548680"/>
            <a:ext cx="2074158" cy="646331"/>
          </a:xfrm>
          <a:prstGeom prst="rect">
            <a:avLst/>
          </a:prstGeom>
          <a:noFill/>
        </p:spPr>
        <p:txBody>
          <a:bodyPr wrap="none" rtlCol="0">
            <a:spAutoFit/>
          </a:bodyPr>
          <a:lstStyle/>
          <a:p>
            <a:r>
              <a:rPr lang="es-MX" dirty="0"/>
              <a:t>Nuevos acuerdos: </a:t>
            </a:r>
          </a:p>
          <a:p>
            <a:r>
              <a:rPr lang="es-MX" dirty="0"/>
              <a:t>Comercio,  Tarifas…</a:t>
            </a:r>
          </a:p>
        </p:txBody>
      </p:sp>
    </p:spTree>
    <p:extLst>
      <p:ext uri="{BB962C8B-B14F-4D97-AF65-F5344CB8AC3E}">
        <p14:creationId xmlns:p14="http://schemas.microsoft.com/office/powerpoint/2010/main" val="3091593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457200" y="1875616"/>
            <a:ext cx="8229600" cy="4145672"/>
          </a:xfrm>
        </p:spPr>
        <p:txBody>
          <a:bodyPr>
            <a:noAutofit/>
          </a:bodyPr>
          <a:lstStyle/>
          <a:p>
            <a:pPr algn="just"/>
            <a:r>
              <a:rPr lang="es-MX" sz="2400" dirty="0">
                <a:latin typeface="Agency FB" pitchFamily="34" charset="0"/>
              </a:rPr>
              <a:t>Los Congresos de quienes emanan las leyes influyen en el desarrollo de la Industria del Seguro:</a:t>
            </a:r>
          </a:p>
          <a:p>
            <a:pPr lvl="1" algn="just"/>
            <a:r>
              <a:rPr lang="es-MX" sz="2000" dirty="0">
                <a:latin typeface="Agency FB" pitchFamily="34" charset="0"/>
              </a:rPr>
              <a:t>Las leyes que igualan las condiciones del mercado internacional fomentan la participación del reaseguro y la especialización de coberturas sofisticadas</a:t>
            </a:r>
            <a:r>
              <a:rPr lang="es-ES" sz="2000" dirty="0">
                <a:latin typeface="Agency FB" pitchFamily="34" charset="0"/>
              </a:rPr>
              <a:t>.</a:t>
            </a:r>
          </a:p>
          <a:p>
            <a:pPr lvl="1" algn="just"/>
            <a:r>
              <a:rPr lang="es-ES" sz="2000" dirty="0">
                <a:latin typeface="Agency FB" pitchFamily="34" charset="0"/>
              </a:rPr>
              <a:t>Las coberturas de grandes riesgos “apalancan” la creación de industrias sofisticadas y de industria intensiva de capital </a:t>
            </a:r>
            <a:r>
              <a:rPr lang="es-ES" sz="2000">
                <a:latin typeface="Agency FB" pitchFamily="34" charset="0"/>
              </a:rPr>
              <a:t>y tecnología.</a:t>
            </a:r>
            <a:endParaRPr lang="es-MX" sz="2000" dirty="0">
              <a:latin typeface="Agency FB" pitchFamily="34" charset="0"/>
            </a:endParaRPr>
          </a:p>
        </p:txBody>
      </p:sp>
      <p:grpSp>
        <p:nvGrpSpPr>
          <p:cNvPr id="8" name="Grupo 7"/>
          <p:cNvGrpSpPr/>
          <p:nvPr/>
        </p:nvGrpSpPr>
        <p:grpSpPr>
          <a:xfrm>
            <a:off x="6803464" y="260648"/>
            <a:ext cx="1584960" cy="1584960"/>
            <a:chOff x="3108960" y="2092960"/>
            <a:chExt cx="1584960" cy="1584960"/>
          </a:xfrm>
        </p:grpSpPr>
        <p:sp>
          <p:nvSpPr>
            <p:cNvPr id="9" name="Rectángulo redondeado 8"/>
            <p:cNvSpPr/>
            <p:nvPr/>
          </p:nvSpPr>
          <p:spPr>
            <a:xfrm>
              <a:off x="3108960" y="2092960"/>
              <a:ext cx="1584960" cy="1584960"/>
            </a:xfrm>
            <a:prstGeom prst="roundRect">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s-MX"/>
            </a:p>
          </p:txBody>
        </p:sp>
        <p:sp>
          <p:nvSpPr>
            <p:cNvPr id="10" name="Rectángulo 9"/>
            <p:cNvSpPr/>
            <p:nvPr/>
          </p:nvSpPr>
          <p:spPr>
            <a:xfrm>
              <a:off x="3186331" y="2170331"/>
              <a:ext cx="1430218" cy="143021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s-MX" sz="2100" i="1" kern="1200" dirty="0">
                  <a:solidFill>
                    <a:schemeClr val="tx1"/>
                  </a:solidFill>
                </a:rPr>
                <a:t>Cambio político</a:t>
              </a:r>
              <a:endParaRPr lang="es-MX" sz="2100" kern="1200" dirty="0">
                <a:solidFill>
                  <a:schemeClr val="tx1"/>
                </a:solidFill>
              </a:endParaRPr>
            </a:p>
          </p:txBody>
        </p:sp>
      </p:grpSp>
      <p:sp>
        <p:nvSpPr>
          <p:cNvPr id="11" name="5 CuadroTexto"/>
          <p:cNvSpPr txBox="1"/>
          <p:nvPr/>
        </p:nvSpPr>
        <p:spPr>
          <a:xfrm>
            <a:off x="4427984" y="476672"/>
            <a:ext cx="2074158" cy="646331"/>
          </a:xfrm>
          <a:prstGeom prst="rect">
            <a:avLst/>
          </a:prstGeom>
          <a:noFill/>
        </p:spPr>
        <p:txBody>
          <a:bodyPr wrap="none" rtlCol="0">
            <a:spAutoFit/>
          </a:bodyPr>
          <a:lstStyle/>
          <a:p>
            <a:r>
              <a:rPr lang="es-MX" dirty="0"/>
              <a:t>Nuevos acuerdos: </a:t>
            </a:r>
          </a:p>
          <a:p>
            <a:r>
              <a:rPr lang="es-MX" dirty="0"/>
              <a:t>Comercio,  Tarifas…</a:t>
            </a:r>
          </a:p>
        </p:txBody>
      </p:sp>
    </p:spTree>
    <p:extLst>
      <p:ext uri="{BB962C8B-B14F-4D97-AF65-F5344CB8AC3E}">
        <p14:creationId xmlns:p14="http://schemas.microsoft.com/office/powerpoint/2010/main" val="2079611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332" y="192417"/>
            <a:ext cx="7773338" cy="1596177"/>
          </a:xfrm>
        </p:spPr>
        <p:txBody>
          <a:bodyPr/>
          <a:lstStyle/>
          <a:p>
            <a:r>
              <a:rPr lang="es-MX" dirty="0"/>
              <a:t>Desarrollo de Productos</a:t>
            </a:r>
          </a:p>
        </p:txBody>
      </p:sp>
      <p:sp>
        <p:nvSpPr>
          <p:cNvPr id="3" name="Marcador de contenido 2"/>
          <p:cNvSpPr>
            <a:spLocks noGrp="1"/>
          </p:cNvSpPr>
          <p:nvPr>
            <p:ph sz="quarter" idx="13"/>
          </p:nvPr>
        </p:nvSpPr>
        <p:spPr>
          <a:xfrm>
            <a:off x="457200" y="1268760"/>
            <a:ext cx="8229600" cy="4937760"/>
          </a:xfrm>
        </p:spPr>
        <p:txBody>
          <a:bodyPr/>
          <a:lstStyle/>
          <a:p>
            <a:r>
              <a:rPr lang="es-MX" dirty="0"/>
              <a:t>Un producto nace de la intención de satisfacer una necesidad no cubierta por el mercado.</a:t>
            </a:r>
          </a:p>
          <a:p>
            <a:r>
              <a:rPr lang="es-MX" dirty="0"/>
              <a:t>En este momento se elaboran un conjunto de ideas para satisfacerlo.</a:t>
            </a:r>
          </a:p>
          <a:p>
            <a:r>
              <a:rPr lang="es-MX" dirty="0"/>
              <a:t>Las necesidades pueden provenir, entre otros, de la adecuación a la madurez del mercado, necesidades no cubiertas o creación de nuevos mercados. </a:t>
            </a:r>
          </a:p>
        </p:txBody>
      </p:sp>
      <p:graphicFrame>
        <p:nvGraphicFramePr>
          <p:cNvPr id="4" name="3 Marcador de contenido"/>
          <p:cNvGraphicFramePr>
            <a:graphicFrameLocks/>
          </p:cNvGraphicFramePr>
          <p:nvPr>
            <p:extLst>
              <p:ext uri="{D42A27DB-BD31-4B8C-83A1-F6EECF244321}">
                <p14:modId xmlns:p14="http://schemas.microsoft.com/office/powerpoint/2010/main" val="16806172"/>
              </p:ext>
            </p:extLst>
          </p:nvPr>
        </p:nvGraphicFramePr>
        <p:xfrm>
          <a:off x="1822299" y="4029477"/>
          <a:ext cx="4762872" cy="2567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2562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584239"/>
            <a:ext cx="4104456" cy="900545"/>
          </a:xfrm>
        </p:spPr>
        <p:txBody>
          <a:bodyPr>
            <a:normAutofit fontScale="90000"/>
          </a:bodyPr>
          <a:lstStyle/>
          <a:p>
            <a:r>
              <a:rPr lang="es-MX" sz="2900" b="1" dirty="0">
                <a:solidFill>
                  <a:schemeClr val="tx1"/>
                </a:solidFill>
                <a:latin typeface="Agency FB" pitchFamily="34" charset="0"/>
              </a:rPr>
              <a:t>DESARROLLO DE PRODUCTOS</a:t>
            </a:r>
            <a:br>
              <a:rPr lang="es-MX" sz="2900" b="1" dirty="0">
                <a:solidFill>
                  <a:schemeClr val="tx1"/>
                </a:solidFill>
                <a:latin typeface="Agency FB" pitchFamily="34" charset="0"/>
              </a:rPr>
            </a:br>
            <a:r>
              <a:rPr lang="es-MX" sz="2000" b="1" dirty="0">
                <a:solidFill>
                  <a:schemeClr val="tx1"/>
                </a:solidFill>
                <a:latin typeface="Agency FB" pitchFamily="34" charset="0"/>
              </a:rPr>
              <a:t>Fases de Implantación</a:t>
            </a:r>
            <a:endParaRPr lang="es-MX" sz="2900" b="1" dirty="0">
              <a:solidFill>
                <a:schemeClr val="tx1"/>
              </a:solidFill>
              <a:latin typeface="Agency FB" pitchFamily="34" charset="0"/>
            </a:endParaRPr>
          </a:p>
        </p:txBody>
      </p:sp>
      <p:graphicFrame>
        <p:nvGraphicFramePr>
          <p:cNvPr id="5" name="4 Diagrama"/>
          <p:cNvGraphicFramePr/>
          <p:nvPr>
            <p:extLst>
              <p:ext uri="{D42A27DB-BD31-4B8C-83A1-F6EECF244321}">
                <p14:modId xmlns:p14="http://schemas.microsoft.com/office/powerpoint/2010/main" val="3805480017"/>
              </p:ext>
            </p:extLst>
          </p:nvPr>
        </p:nvGraphicFramePr>
        <p:xfrm>
          <a:off x="239744" y="888022"/>
          <a:ext cx="8715404" cy="5421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2 Marcador de contenido"/>
          <p:cNvSpPr txBox="1">
            <a:spLocks/>
          </p:cNvSpPr>
          <p:nvPr/>
        </p:nvSpPr>
        <p:spPr>
          <a:xfrm rot="16200000">
            <a:off x="5481816" y="2070336"/>
            <a:ext cx="4731013" cy="590340"/>
          </a:xfrm>
          <a:prstGeom prst="rect">
            <a:avLst/>
          </a:prstGeom>
        </p:spPr>
        <p:txBody>
          <a:bodyPr vert="horz">
            <a:normAutofit fontScale="55000" lnSpcReduction="20000"/>
          </a:bodyPr>
          <a:lstStyle/>
          <a:p>
            <a:pPr marL="274320" marR="0" lvl="0" indent="-274320" algn="ctr" defTabSz="914400" rtl="0" eaLnBrk="1" fontAlgn="auto" latinLnBrk="0" hangingPunct="1">
              <a:lnSpc>
                <a:spcPct val="100000"/>
              </a:lnSpc>
              <a:spcBef>
                <a:spcPts val="600"/>
              </a:spcBef>
              <a:spcAft>
                <a:spcPts val="0"/>
              </a:spcAft>
              <a:buClr>
                <a:schemeClr val="accent1"/>
              </a:buClr>
              <a:buSzPct val="76000"/>
              <a:buFont typeface="Wingdings 3"/>
              <a:buChar char=""/>
              <a:tabLst/>
              <a:defRPr/>
            </a:pPr>
            <a:r>
              <a:rPr kumimoji="0" lang="es-MX" sz="2000" b="0" i="0" u="none" strike="noStrike" kern="1200" cap="none" spc="0" normalizeH="0" baseline="0" noProof="0">
                <a:ln>
                  <a:noFill/>
                </a:ln>
                <a:solidFill>
                  <a:schemeClr val="tx1"/>
                </a:solidFill>
                <a:effectLst/>
                <a:uLnTx/>
                <a:uFillTx/>
                <a:latin typeface="Agency FB" pitchFamily="34" charset="0"/>
                <a:ea typeface="+mn-ea"/>
                <a:cs typeface="+mn-cs"/>
              </a:rPr>
              <a:t>las fases están íntimamente relacionadas y, en numerosas ocasiones, deben </a:t>
            </a:r>
          </a:p>
          <a:p>
            <a:pPr marL="274320" marR="0" lvl="0" indent="-274320" algn="ctr" defTabSz="914400" rtl="0" eaLnBrk="1" fontAlgn="auto" latinLnBrk="0" hangingPunct="1">
              <a:lnSpc>
                <a:spcPct val="100000"/>
              </a:lnSpc>
              <a:spcBef>
                <a:spcPts val="600"/>
              </a:spcBef>
              <a:spcAft>
                <a:spcPts val="0"/>
              </a:spcAft>
              <a:buClr>
                <a:schemeClr val="accent1"/>
              </a:buClr>
              <a:buSzPct val="76000"/>
              <a:buFont typeface="Wingdings 3"/>
              <a:buChar char=""/>
              <a:tabLst/>
              <a:defRPr/>
            </a:pPr>
            <a:r>
              <a:rPr kumimoji="0" lang="es-MX" sz="2000" b="0" i="0" u="none" strike="noStrike" kern="1200" cap="none" spc="0" normalizeH="0" baseline="0" noProof="0">
                <a:ln>
                  <a:noFill/>
                </a:ln>
                <a:solidFill>
                  <a:schemeClr val="tx1"/>
                </a:solidFill>
                <a:effectLst/>
                <a:uLnTx/>
                <a:uFillTx/>
                <a:latin typeface="Agency FB" pitchFamily="34" charset="0"/>
                <a:ea typeface="+mn-ea"/>
                <a:cs typeface="+mn-cs"/>
              </a:rPr>
              <a:t>desarrollarse simultáneamente.</a:t>
            </a:r>
          </a:p>
          <a:p>
            <a:pPr marL="274320" marR="0" lvl="0" indent="-274320" algn="ctr" defTabSz="914400" rtl="0" eaLnBrk="1" fontAlgn="auto" latinLnBrk="0" hangingPunct="1">
              <a:lnSpc>
                <a:spcPct val="100000"/>
              </a:lnSpc>
              <a:spcBef>
                <a:spcPts val="600"/>
              </a:spcBef>
              <a:spcAft>
                <a:spcPts val="0"/>
              </a:spcAft>
              <a:buClr>
                <a:schemeClr val="accent1"/>
              </a:buClr>
              <a:buSzPct val="76000"/>
              <a:buFont typeface="Wingdings 3"/>
              <a:buChar char=""/>
              <a:tabLst/>
              <a:defRPr/>
            </a:pPr>
            <a:endParaRPr kumimoji="0" lang="es-MX" sz="2000" b="0" i="0" u="none" strike="noStrike" kern="1200" cap="none" spc="0" normalizeH="0" baseline="0" noProof="0" dirty="0">
              <a:ln>
                <a:noFill/>
              </a:ln>
              <a:solidFill>
                <a:schemeClr val="tx1"/>
              </a:solidFill>
              <a:effectLst/>
              <a:uLnTx/>
              <a:uFillTx/>
              <a:latin typeface="Agency FB" pitchFamily="34" charset="0"/>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5332" y="135436"/>
            <a:ext cx="7773338" cy="1596177"/>
          </a:xfrm>
        </p:spPr>
        <p:txBody>
          <a:bodyPr>
            <a:normAutofit/>
          </a:bodyPr>
          <a:lstStyle/>
          <a:p>
            <a:r>
              <a:rPr lang="es-MX" b="1" dirty="0">
                <a:solidFill>
                  <a:schemeClr val="tx1"/>
                </a:solidFill>
                <a:latin typeface="Agency FB" pitchFamily="34" charset="0"/>
              </a:rPr>
              <a:t>Especificaciones Generales del Producto.</a:t>
            </a:r>
            <a:endParaRPr lang="es-MX" dirty="0">
              <a:solidFill>
                <a:schemeClr val="tx1"/>
              </a:solidFill>
              <a:latin typeface="Agency FB" pitchFamily="34" charset="0"/>
            </a:endParaRPr>
          </a:p>
        </p:txBody>
      </p:sp>
      <p:sp>
        <p:nvSpPr>
          <p:cNvPr id="3" name="2 Marcador de contenido"/>
          <p:cNvSpPr>
            <a:spLocks noGrp="1"/>
          </p:cNvSpPr>
          <p:nvPr>
            <p:ph sz="quarter" idx="13"/>
          </p:nvPr>
        </p:nvSpPr>
        <p:spPr>
          <a:xfrm>
            <a:off x="457200" y="1507217"/>
            <a:ext cx="8229600" cy="4585348"/>
          </a:xfrm>
        </p:spPr>
        <p:txBody>
          <a:bodyPr>
            <a:noAutofit/>
          </a:bodyPr>
          <a:lstStyle/>
          <a:p>
            <a:pPr marL="0" indent="0" algn="just">
              <a:buNone/>
            </a:pPr>
            <a:r>
              <a:rPr lang="es-MX" b="1" dirty="0">
                <a:latin typeface="Agency FB" pitchFamily="34" charset="0"/>
              </a:rPr>
              <a:t>En ésta fase se establecen las características generales a cubrir o a modificar. La participación del actuario se centra en:</a:t>
            </a:r>
            <a:endParaRPr lang="es-MX" dirty="0">
              <a:latin typeface="Agency FB" pitchFamily="34" charset="0"/>
            </a:endParaRPr>
          </a:p>
          <a:p>
            <a:pPr algn="just"/>
            <a:r>
              <a:rPr lang="es-MX" sz="2400" dirty="0">
                <a:latin typeface="Agency FB" pitchFamily="34" charset="0"/>
              </a:rPr>
              <a:t>Entender las coberturas y servicios que el producto pretende cubrir.</a:t>
            </a:r>
          </a:p>
          <a:p>
            <a:pPr algn="just"/>
            <a:r>
              <a:rPr lang="es-MX" sz="2400" dirty="0">
                <a:latin typeface="Agency FB" pitchFamily="34" charset="0"/>
              </a:rPr>
              <a:t>Obtener las estadísticas que interpreten de forma efectiva el riesgo a cubrir.</a:t>
            </a:r>
          </a:p>
          <a:p>
            <a:pPr algn="just"/>
            <a:r>
              <a:rPr lang="es-MX" sz="2400" dirty="0">
                <a:latin typeface="Agency FB" pitchFamily="34" charset="0"/>
              </a:rPr>
              <a:t>Construir los modelos que respondan a variables sensibles del producto.</a:t>
            </a:r>
          </a:p>
        </p:txBody>
      </p:sp>
      <p:sp>
        <p:nvSpPr>
          <p:cNvPr id="5" name="4 CuadroTexto"/>
          <p:cNvSpPr txBox="1"/>
          <p:nvPr/>
        </p:nvSpPr>
        <p:spPr>
          <a:xfrm>
            <a:off x="8409536" y="5431240"/>
            <a:ext cx="734496" cy="1569660"/>
          </a:xfrm>
          <a:prstGeom prst="rect">
            <a:avLst/>
          </a:prstGeom>
          <a:noFill/>
        </p:spPr>
        <p:txBody>
          <a:bodyPr wrap="none" rtlCol="0">
            <a:spAutoFit/>
          </a:bodyPr>
          <a:lstStyle/>
          <a:p>
            <a:r>
              <a:rPr lang="es-MX" sz="96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Aharoni" pitchFamily="2" charset="-79"/>
                <a:cs typeface="Aharoni" pitchFamily="2" charset="-79"/>
              </a:rPr>
              <a:t>1</a:t>
            </a:r>
            <a:endParaRPr lang="es-MX" dirty="0">
              <a:latin typeface="Aharoni" pitchFamily="2" charset="-79"/>
              <a:cs typeface="Aharoni" pitchFamily="2" charset="-79"/>
            </a:endParaRPr>
          </a:p>
        </p:txBody>
      </p:sp>
    </p:spTree>
    <p:extLst>
      <p:ext uri="{BB962C8B-B14F-4D97-AF65-F5344CB8AC3E}">
        <p14:creationId xmlns:p14="http://schemas.microsoft.com/office/powerpoint/2010/main" val="1354848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b="1" dirty="0">
                <a:solidFill>
                  <a:schemeClr val="tx1"/>
                </a:solidFill>
                <a:latin typeface="Agency FB" pitchFamily="34" charset="0"/>
              </a:rPr>
              <a:t>ESTUDIO DE FACTIBILIDAD Y SELECCIÓN</a:t>
            </a:r>
            <a:endParaRPr lang="es-MX" dirty="0">
              <a:solidFill>
                <a:schemeClr val="tx1"/>
              </a:solidFill>
              <a:latin typeface="Agency FB" pitchFamily="34" charset="0"/>
            </a:endParaRPr>
          </a:p>
        </p:txBody>
      </p:sp>
      <p:sp>
        <p:nvSpPr>
          <p:cNvPr id="3" name="2 Marcador de contenido"/>
          <p:cNvSpPr>
            <a:spLocks noGrp="1"/>
          </p:cNvSpPr>
          <p:nvPr>
            <p:ph sz="quarter" idx="13"/>
          </p:nvPr>
        </p:nvSpPr>
        <p:spPr>
          <a:xfrm>
            <a:off x="457200" y="2114001"/>
            <a:ext cx="8229600" cy="3878487"/>
          </a:xfrm>
        </p:spPr>
        <p:txBody>
          <a:bodyPr>
            <a:normAutofit fontScale="92500" lnSpcReduction="20000"/>
          </a:bodyPr>
          <a:lstStyle/>
          <a:p>
            <a:pPr algn="just"/>
            <a:r>
              <a:rPr lang="es-MX" dirty="0">
                <a:latin typeface="Agency FB" pitchFamily="34" charset="0"/>
              </a:rPr>
              <a:t>Durante esta etapa las distintas ideas sufren una batería de pruebas antes de recibir la aprobación necesaria para que se inicie su diseño y desarrollo. </a:t>
            </a:r>
          </a:p>
          <a:p>
            <a:pPr algn="just"/>
            <a:r>
              <a:rPr lang="es-MX" dirty="0">
                <a:latin typeface="Agency FB" pitchFamily="34" charset="0"/>
              </a:rPr>
              <a:t>Entre estas pruebas se incluyen las estimaciones de necesidades y análisis de mercado, valoración de las reacciones de los competidores, análisis de </a:t>
            </a:r>
            <a:r>
              <a:rPr lang="es-MX" b="1" u="sng" dirty="0">
                <a:latin typeface="Agency FB" pitchFamily="34" charset="0"/>
              </a:rPr>
              <a:t>viabilidad económica</a:t>
            </a:r>
            <a:r>
              <a:rPr lang="es-MX" dirty="0">
                <a:latin typeface="Agency FB" pitchFamily="34" charset="0"/>
              </a:rPr>
              <a:t>, estudios de </a:t>
            </a:r>
            <a:r>
              <a:rPr lang="es-MX" b="1" u="sng" dirty="0">
                <a:latin typeface="Agency FB" pitchFamily="34" charset="0"/>
              </a:rPr>
              <a:t>factibilidad técnica </a:t>
            </a:r>
            <a:r>
              <a:rPr lang="es-MX" dirty="0">
                <a:latin typeface="Agency FB" pitchFamily="34" charset="0"/>
              </a:rPr>
              <a:t>y listas de control del ajuste a las características y condiciones organizativas. </a:t>
            </a:r>
          </a:p>
          <a:p>
            <a:pPr algn="just"/>
            <a:r>
              <a:rPr lang="es-MX" dirty="0">
                <a:latin typeface="Agency FB" pitchFamily="34" charset="0"/>
              </a:rPr>
              <a:t>De acuerdo con los resultados de estos estudios, sólo las ideas realmente factibles pasarían a una siguiente fase.</a:t>
            </a:r>
          </a:p>
        </p:txBody>
      </p:sp>
      <p:sp>
        <p:nvSpPr>
          <p:cNvPr id="4" name="3 CuadroTexto"/>
          <p:cNvSpPr txBox="1"/>
          <p:nvPr/>
        </p:nvSpPr>
        <p:spPr>
          <a:xfrm>
            <a:off x="8409536" y="5502678"/>
            <a:ext cx="734496" cy="1569660"/>
          </a:xfrm>
          <a:prstGeom prst="rect">
            <a:avLst/>
          </a:prstGeom>
          <a:noFill/>
        </p:spPr>
        <p:txBody>
          <a:bodyPr wrap="none" rtlCol="0">
            <a:spAutoFit/>
          </a:bodyPr>
          <a:lstStyle/>
          <a:p>
            <a:r>
              <a:rPr lang="es-MX" sz="96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Aharoni" pitchFamily="2" charset="-79"/>
                <a:cs typeface="Aharoni" pitchFamily="2" charset="-79"/>
              </a:rPr>
              <a:t>2</a:t>
            </a:r>
            <a:endParaRPr lang="es-MX" dirty="0">
              <a:latin typeface="Aharoni" pitchFamily="2" charset="-79"/>
              <a:cs typeface="Aharoni" pitchFamily="2" charset="-79"/>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b="1" dirty="0">
                <a:solidFill>
                  <a:schemeClr val="tx1"/>
                </a:solidFill>
                <a:latin typeface="Agency FB" pitchFamily="34" charset="0"/>
              </a:rPr>
              <a:t>ESTUDIO DE FACTIBILIDAD Y SELECCIÓN</a:t>
            </a:r>
            <a:endParaRPr lang="es-MX" dirty="0">
              <a:solidFill>
                <a:schemeClr val="tx1"/>
              </a:solidFill>
              <a:latin typeface="Agency FB" pitchFamily="34" charset="0"/>
            </a:endParaRPr>
          </a:p>
        </p:txBody>
      </p:sp>
      <p:sp>
        <p:nvSpPr>
          <p:cNvPr id="3" name="2 Marcador de contenido"/>
          <p:cNvSpPr>
            <a:spLocks noGrp="1"/>
          </p:cNvSpPr>
          <p:nvPr>
            <p:ph sz="quarter" idx="13"/>
          </p:nvPr>
        </p:nvSpPr>
        <p:spPr>
          <a:xfrm>
            <a:off x="457200" y="2113997"/>
            <a:ext cx="8229600" cy="2969838"/>
          </a:xfrm>
        </p:spPr>
        <p:txBody>
          <a:bodyPr>
            <a:normAutofit fontScale="92500" lnSpcReduction="10000"/>
          </a:bodyPr>
          <a:lstStyle/>
          <a:p>
            <a:pPr algn="just"/>
            <a:r>
              <a:rPr lang="es-MX" dirty="0">
                <a:latin typeface="Agency FB" pitchFamily="34" charset="0"/>
              </a:rPr>
              <a:t>En esta etapa el actuario participa en la utilización de modelos estadísticos para evaluar la viabilidad técnica con base a los escenarios posibles del tamaño del mercado y de su posible penetración.</a:t>
            </a:r>
          </a:p>
          <a:p>
            <a:pPr algn="just"/>
            <a:r>
              <a:rPr lang="es-MX" dirty="0">
                <a:latin typeface="Agency FB" pitchFamily="34" charset="0"/>
              </a:rPr>
              <a:t>Deberá estudiar estrategias para lograr rentabilidad y estabilidad a largo plazo de acuerdo con el tamaño del mercado incluidas las estrategias de reaseguro.</a:t>
            </a:r>
          </a:p>
          <a:p>
            <a:pPr algn="just"/>
            <a:r>
              <a:rPr lang="es-MX" dirty="0">
                <a:latin typeface="Agency FB" pitchFamily="34" charset="0"/>
              </a:rPr>
              <a:t>Deberá buscará garantizar la solvencia a largo plazo.</a:t>
            </a:r>
          </a:p>
        </p:txBody>
      </p:sp>
      <p:sp>
        <p:nvSpPr>
          <p:cNvPr id="4" name="3 CuadroTexto"/>
          <p:cNvSpPr txBox="1"/>
          <p:nvPr/>
        </p:nvSpPr>
        <p:spPr>
          <a:xfrm>
            <a:off x="8409536" y="5502678"/>
            <a:ext cx="734496" cy="1569660"/>
          </a:xfrm>
          <a:prstGeom prst="rect">
            <a:avLst/>
          </a:prstGeom>
          <a:noFill/>
        </p:spPr>
        <p:txBody>
          <a:bodyPr wrap="none" rtlCol="0">
            <a:spAutoFit/>
          </a:bodyPr>
          <a:lstStyle/>
          <a:p>
            <a:r>
              <a:rPr lang="es-MX" sz="96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Aharoni" pitchFamily="2" charset="-79"/>
                <a:cs typeface="Aharoni" pitchFamily="2" charset="-79"/>
              </a:rPr>
              <a:t>2</a:t>
            </a:r>
            <a:endParaRPr lang="es-MX" dirty="0">
              <a:latin typeface="Aharoni" pitchFamily="2" charset="-79"/>
              <a:cs typeface="Aharoni" pitchFamily="2" charset="-79"/>
            </a:endParaRPr>
          </a:p>
        </p:txBody>
      </p:sp>
    </p:spTree>
    <p:extLst>
      <p:ext uri="{BB962C8B-B14F-4D97-AF65-F5344CB8AC3E}">
        <p14:creationId xmlns:p14="http://schemas.microsoft.com/office/powerpoint/2010/main" val="593253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5332" y="66423"/>
            <a:ext cx="7773338" cy="1596177"/>
          </a:xfrm>
        </p:spPr>
        <p:txBody>
          <a:bodyPr>
            <a:normAutofit/>
          </a:bodyPr>
          <a:lstStyle/>
          <a:p>
            <a:r>
              <a:rPr lang="es-MX" sz="2900" b="1" dirty="0">
                <a:solidFill>
                  <a:schemeClr val="tx1"/>
                </a:solidFill>
                <a:latin typeface="Agency FB" pitchFamily="34" charset="0"/>
              </a:rPr>
              <a:t>DISEÑO </a:t>
            </a:r>
            <a:r>
              <a:rPr lang="es-ES" sz="2900" b="1" dirty="0">
                <a:solidFill>
                  <a:schemeClr val="tx1"/>
                </a:solidFill>
                <a:latin typeface="Agency FB" pitchFamily="34" charset="0"/>
              </a:rPr>
              <a:t>DETALLADO </a:t>
            </a:r>
            <a:r>
              <a:rPr lang="es-MX" sz="2900" b="1" dirty="0">
                <a:solidFill>
                  <a:schemeClr val="tx1"/>
                </a:solidFill>
                <a:latin typeface="Agency FB" pitchFamily="34" charset="0"/>
              </a:rPr>
              <a:t>/ DISEÑO DEL PROCESO </a:t>
            </a:r>
            <a:endParaRPr lang="es-MX" sz="2900" dirty="0">
              <a:solidFill>
                <a:schemeClr val="tx1"/>
              </a:solidFill>
              <a:latin typeface="Agency FB" pitchFamily="34" charset="0"/>
            </a:endParaRPr>
          </a:p>
        </p:txBody>
      </p:sp>
      <p:sp>
        <p:nvSpPr>
          <p:cNvPr id="3" name="2 Marcador de contenido"/>
          <p:cNvSpPr>
            <a:spLocks noGrp="1"/>
          </p:cNvSpPr>
          <p:nvPr>
            <p:ph sz="quarter" idx="13"/>
          </p:nvPr>
        </p:nvSpPr>
        <p:spPr>
          <a:xfrm>
            <a:off x="457200" y="1124744"/>
            <a:ext cx="8229600" cy="2141430"/>
          </a:xfrm>
        </p:spPr>
        <p:txBody>
          <a:bodyPr>
            <a:noAutofit/>
          </a:bodyPr>
          <a:lstStyle/>
          <a:p>
            <a:pPr algn="just"/>
            <a:r>
              <a:rPr lang="es-MX" sz="1800" dirty="0">
                <a:latin typeface="Agency FB" pitchFamily="34" charset="0"/>
              </a:rPr>
              <a:t>Esta fase sigue a la de evaluación y selección.  Se ha decidido que el producto continuará con la siguiente fase en la que se especifica cómo debería funcionar el producto, entre ellos, cuales son lo medios de distribución, cobranza, pago de siniestros, contabilización inversión de reservas entre otros, </a:t>
            </a:r>
          </a:p>
          <a:p>
            <a:pPr algn="just"/>
            <a:r>
              <a:rPr lang="es-MX" sz="1800" dirty="0">
                <a:latin typeface="Agency FB" pitchFamily="34" charset="0"/>
              </a:rPr>
              <a:t>Diseño del proceso:</a:t>
            </a:r>
          </a:p>
        </p:txBody>
      </p:sp>
      <p:sp>
        <p:nvSpPr>
          <p:cNvPr id="6" name="5 Rectángulo"/>
          <p:cNvSpPr/>
          <p:nvPr/>
        </p:nvSpPr>
        <p:spPr>
          <a:xfrm>
            <a:off x="8480974" y="5502678"/>
            <a:ext cx="734496" cy="1569660"/>
          </a:xfrm>
          <a:prstGeom prst="rect">
            <a:avLst/>
          </a:prstGeom>
        </p:spPr>
        <p:txBody>
          <a:bodyPr wrap="none">
            <a:spAutoFit/>
          </a:bodyPr>
          <a:lstStyle/>
          <a:p>
            <a:r>
              <a:rPr lang="es-MX" sz="96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Aharoni" pitchFamily="2" charset="-79"/>
                <a:cs typeface="Aharoni" pitchFamily="2" charset="-79"/>
              </a:rPr>
              <a:t>3</a:t>
            </a:r>
            <a:endParaRPr lang="es-MX" sz="9600" dirty="0">
              <a:latin typeface="Aharoni" pitchFamily="2" charset="-79"/>
              <a:cs typeface="Aharoni" pitchFamily="2" charset="-79"/>
            </a:endParaRPr>
          </a:p>
        </p:txBody>
      </p:sp>
      <p:graphicFrame>
        <p:nvGraphicFramePr>
          <p:cNvPr id="7" name="Diagrama 6"/>
          <p:cNvGraphicFramePr/>
          <p:nvPr>
            <p:extLst>
              <p:ext uri="{D42A27DB-BD31-4B8C-83A1-F6EECF244321}">
                <p14:modId xmlns:p14="http://schemas.microsoft.com/office/powerpoint/2010/main" val="1789824907"/>
              </p:ext>
            </p:extLst>
          </p:nvPr>
        </p:nvGraphicFramePr>
        <p:xfrm>
          <a:off x="3375804" y="3519578"/>
          <a:ext cx="4664015" cy="30687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sz="2900" b="1" dirty="0">
                <a:solidFill>
                  <a:schemeClr val="tx1"/>
                </a:solidFill>
                <a:latin typeface="Agency FB" pitchFamily="34" charset="0"/>
              </a:rPr>
              <a:t>DISEÑO </a:t>
            </a:r>
            <a:r>
              <a:rPr lang="es-ES" sz="2900" b="1" dirty="0">
                <a:solidFill>
                  <a:schemeClr val="tx1"/>
                </a:solidFill>
                <a:latin typeface="Agency FB" pitchFamily="34" charset="0"/>
              </a:rPr>
              <a:t>DETALLADO </a:t>
            </a:r>
            <a:r>
              <a:rPr lang="es-MX" sz="2900" b="1" dirty="0">
                <a:solidFill>
                  <a:schemeClr val="tx1"/>
                </a:solidFill>
                <a:latin typeface="Agency FB" pitchFamily="34" charset="0"/>
              </a:rPr>
              <a:t>/ DISEÑO DEL PROCESO </a:t>
            </a:r>
            <a:endParaRPr lang="es-MX" sz="2900" dirty="0">
              <a:solidFill>
                <a:schemeClr val="tx1"/>
              </a:solidFill>
              <a:latin typeface="Agency FB" pitchFamily="34" charset="0"/>
            </a:endParaRPr>
          </a:p>
        </p:txBody>
      </p:sp>
      <p:sp>
        <p:nvSpPr>
          <p:cNvPr id="3" name="2 Marcador de contenido"/>
          <p:cNvSpPr>
            <a:spLocks noGrp="1"/>
          </p:cNvSpPr>
          <p:nvPr>
            <p:ph sz="quarter" idx="13"/>
          </p:nvPr>
        </p:nvSpPr>
        <p:spPr>
          <a:xfrm>
            <a:off x="457200" y="1484784"/>
            <a:ext cx="8229600" cy="4524522"/>
          </a:xfrm>
        </p:spPr>
        <p:txBody>
          <a:bodyPr>
            <a:normAutofit/>
          </a:bodyPr>
          <a:lstStyle/>
          <a:p>
            <a:pPr algn="just"/>
            <a:endParaRPr lang="es-MX" sz="1900" dirty="0">
              <a:latin typeface="Agency FB" pitchFamily="34" charset="0"/>
            </a:endParaRPr>
          </a:p>
          <a:p>
            <a:pPr algn="just"/>
            <a:r>
              <a:rPr lang="es-MX" sz="2400" dirty="0">
                <a:latin typeface="Agency FB" pitchFamily="34" charset="0"/>
              </a:rPr>
              <a:t>Es esta fase, el Departamento Técnico- Actuarial y Departamento Legal elaboran la:</a:t>
            </a:r>
          </a:p>
        </p:txBody>
      </p:sp>
      <p:sp>
        <p:nvSpPr>
          <p:cNvPr id="6" name="5 Rectángulo"/>
          <p:cNvSpPr/>
          <p:nvPr/>
        </p:nvSpPr>
        <p:spPr>
          <a:xfrm>
            <a:off x="8172400" y="4883676"/>
            <a:ext cx="734496" cy="1569660"/>
          </a:xfrm>
          <a:prstGeom prst="rect">
            <a:avLst/>
          </a:prstGeom>
        </p:spPr>
        <p:txBody>
          <a:bodyPr wrap="none">
            <a:spAutoFit/>
          </a:bodyPr>
          <a:lstStyle/>
          <a:p>
            <a:r>
              <a:rPr lang="es-MX" sz="96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Aharoni" pitchFamily="2" charset="-79"/>
                <a:cs typeface="Aharoni" pitchFamily="2" charset="-79"/>
              </a:rPr>
              <a:t>3</a:t>
            </a:r>
            <a:endParaRPr lang="es-MX" sz="9600" dirty="0">
              <a:latin typeface="Aharoni" pitchFamily="2" charset="-79"/>
              <a:cs typeface="Aharoni" pitchFamily="2" charset="-79"/>
            </a:endParaRPr>
          </a:p>
        </p:txBody>
      </p:sp>
      <p:graphicFrame>
        <p:nvGraphicFramePr>
          <p:cNvPr id="9" name="Diagrama 8"/>
          <p:cNvGraphicFramePr/>
          <p:nvPr>
            <p:extLst>
              <p:ext uri="{D42A27DB-BD31-4B8C-83A1-F6EECF244321}">
                <p14:modId xmlns:p14="http://schemas.microsoft.com/office/powerpoint/2010/main" val="3443512500"/>
              </p:ext>
            </p:extLst>
          </p:nvPr>
        </p:nvGraphicFramePr>
        <p:xfrm>
          <a:off x="733400" y="3212976"/>
          <a:ext cx="71628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ángulo 9"/>
          <p:cNvSpPr/>
          <p:nvPr/>
        </p:nvSpPr>
        <p:spPr>
          <a:xfrm>
            <a:off x="2123728" y="3121473"/>
            <a:ext cx="3552576"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s-MX" sz="5400" b="1" dirty="0">
                <a:ln/>
                <a:solidFill>
                  <a:schemeClr val="accent3"/>
                </a:solidFill>
                <a:latin typeface="Agency FB" pitchFamily="34" charset="0"/>
              </a:rPr>
              <a:t>NOTA TECNICA</a:t>
            </a:r>
            <a:endParaRPr lang="es-MX" sz="5400" b="1" dirty="0">
              <a:ln/>
              <a:solidFill>
                <a:schemeClr val="accent3"/>
              </a:solidFill>
            </a:endParaRPr>
          </a:p>
        </p:txBody>
      </p:sp>
    </p:spTree>
    <p:extLst>
      <p:ext uri="{BB962C8B-B14F-4D97-AF65-F5344CB8AC3E}">
        <p14:creationId xmlns:p14="http://schemas.microsoft.com/office/powerpoint/2010/main" val="3078699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solidFill>
                  <a:schemeClr val="tx1"/>
                </a:solidFill>
                <a:latin typeface="Agency FB" pitchFamily="34" charset="0"/>
              </a:rPr>
              <a:t>IMPLANTACION / Autorización - Técnica</a:t>
            </a:r>
            <a:endParaRPr lang="es-ES_tradnl" dirty="0"/>
          </a:p>
        </p:txBody>
      </p:sp>
      <p:sp>
        <p:nvSpPr>
          <p:cNvPr id="3" name="Marcador de contenido 2"/>
          <p:cNvSpPr>
            <a:spLocks noGrp="1"/>
          </p:cNvSpPr>
          <p:nvPr>
            <p:ph sz="quarter" idx="13"/>
          </p:nvPr>
        </p:nvSpPr>
        <p:spPr>
          <a:xfrm>
            <a:off x="457200" y="1916832"/>
            <a:ext cx="8229600" cy="4447160"/>
          </a:xfrm>
        </p:spPr>
        <p:txBody>
          <a:bodyPr/>
          <a:lstStyle/>
          <a:p>
            <a:r>
              <a:rPr lang="es-ES" dirty="0"/>
              <a:t>Para poder iniciar con la venta de un producto, se debe tener la autorización para vender, otorgado por la CNSF..</a:t>
            </a:r>
          </a:p>
          <a:p>
            <a:pPr marL="0" indent="0">
              <a:buNone/>
            </a:pPr>
            <a:endParaRPr lang="es-ES" dirty="0"/>
          </a:p>
          <a:p>
            <a:endParaRPr lang="es-ES_tradnl"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3645024"/>
            <a:ext cx="1647056" cy="3056204"/>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0032" y="3478514"/>
            <a:ext cx="3054096" cy="3054096"/>
          </a:xfrm>
          <a:prstGeom prst="rect">
            <a:avLst/>
          </a:prstGeom>
        </p:spPr>
      </p:pic>
    </p:spTree>
    <p:extLst>
      <p:ext uri="{BB962C8B-B14F-4D97-AF65-F5344CB8AC3E}">
        <p14:creationId xmlns:p14="http://schemas.microsoft.com/office/powerpoint/2010/main" val="2147469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5332" y="180899"/>
            <a:ext cx="7773338" cy="1596177"/>
          </a:xfrm>
        </p:spPr>
        <p:txBody>
          <a:bodyPr>
            <a:normAutofit/>
          </a:bodyPr>
          <a:lstStyle/>
          <a:p>
            <a:r>
              <a:rPr lang="es-MX" b="1" dirty="0">
                <a:solidFill>
                  <a:schemeClr val="tx1"/>
                </a:solidFill>
                <a:latin typeface="Agency FB" pitchFamily="34" charset="0"/>
              </a:rPr>
              <a:t>LEY GENERAL DE INSTITUCIONES Y SOCIEDADES MUTUALISTAS DE SEGUROS</a:t>
            </a:r>
          </a:p>
        </p:txBody>
      </p:sp>
      <p:sp>
        <p:nvSpPr>
          <p:cNvPr id="3" name="2 Marcador de contenido"/>
          <p:cNvSpPr>
            <a:spLocks noGrp="1"/>
          </p:cNvSpPr>
          <p:nvPr>
            <p:ph sz="quarter" idx="13"/>
          </p:nvPr>
        </p:nvSpPr>
        <p:spPr>
          <a:xfrm>
            <a:off x="685330" y="1628800"/>
            <a:ext cx="7772870" cy="5096762"/>
          </a:xfrm>
        </p:spPr>
        <p:txBody>
          <a:bodyPr>
            <a:noAutofit/>
          </a:bodyPr>
          <a:lstStyle/>
          <a:p>
            <a:pPr algn="just"/>
            <a:r>
              <a:rPr lang="es-MX" sz="1400" dirty="0">
                <a:latin typeface="Agency FB" pitchFamily="34" charset="0"/>
              </a:rPr>
              <a:t>La propia Ley establece que los requisitos para obtener el registro de productos serán emitidos por la Comisión Nacional de Seguros y Fianzas, mediante disposiciones de carácter general, las cuales deberán observar los siguientes principios: </a:t>
            </a:r>
          </a:p>
          <a:p>
            <a:pPr algn="just"/>
            <a:r>
              <a:rPr lang="es-MX" sz="1400" b="1" dirty="0">
                <a:latin typeface="Agency FB" pitchFamily="34" charset="0"/>
              </a:rPr>
              <a:t>Las notas técnicas deberán ser elaboradas y firmadas por un actuario </a:t>
            </a:r>
            <a:r>
              <a:rPr lang="es-MX" sz="1400" dirty="0">
                <a:latin typeface="Agency FB" pitchFamily="34" charset="0"/>
              </a:rPr>
              <a:t>que cuente con cédula profesional, así como con certificación vigente emitida para este propósito por el colegio profesional de la especialidad o acredite ante la propia Comisión que tiene los conocimientos requeridos para este efecto. </a:t>
            </a:r>
          </a:p>
          <a:p>
            <a:pPr algn="just"/>
            <a:r>
              <a:rPr lang="es-MX" sz="1400" b="1" dirty="0">
                <a:latin typeface="Agency FB" pitchFamily="34" charset="0"/>
              </a:rPr>
              <a:t>La documentación contractual </a:t>
            </a:r>
            <a:r>
              <a:rPr lang="es-MX" sz="1400" dirty="0">
                <a:latin typeface="Agency FB" pitchFamily="34" charset="0"/>
              </a:rPr>
              <a:t>del producto </a:t>
            </a:r>
            <a:r>
              <a:rPr lang="es-MX" sz="1400" b="1" dirty="0">
                <a:latin typeface="Agency FB" pitchFamily="34" charset="0"/>
              </a:rPr>
              <a:t>deberá  acompañarse de un dictamen jurídico </a:t>
            </a:r>
            <a:r>
              <a:rPr lang="es-MX" sz="1400" dirty="0">
                <a:latin typeface="Agency FB" pitchFamily="34" charset="0"/>
              </a:rPr>
              <a:t>que certifique su apego a lo previsto en los artículos </a:t>
            </a:r>
            <a:r>
              <a:rPr lang="es-MX" sz="1400" b="1" dirty="0">
                <a:effectLst>
                  <a:outerShdw blurRad="38100" dist="38100" dir="2700000" algn="tl">
                    <a:srgbClr val="000000">
                      <a:alpha val="43137"/>
                    </a:srgbClr>
                  </a:outerShdw>
                </a:effectLst>
                <a:latin typeface="Agency FB" pitchFamily="34" charset="0"/>
              </a:rPr>
              <a:t>36 y 36- B </a:t>
            </a:r>
            <a:r>
              <a:rPr lang="es-MX" sz="1400" dirty="0">
                <a:latin typeface="Agency FB" pitchFamily="34" charset="0"/>
              </a:rPr>
              <a:t>de la Ley General de Instituciones y Sociedades Mutualistas de Seguros.  </a:t>
            </a:r>
          </a:p>
          <a:p>
            <a:pPr algn="just"/>
            <a:r>
              <a:rPr lang="es-MX" sz="1400" i="1" dirty="0">
                <a:effectLst>
                  <a:outerShdw blurRad="38100" dist="38100" dir="2700000" algn="tl">
                    <a:srgbClr val="000000">
                      <a:alpha val="43137"/>
                    </a:srgbClr>
                  </a:outerShdw>
                </a:effectLst>
                <a:latin typeface="Agency FB" pitchFamily="34" charset="0"/>
              </a:rPr>
              <a:t>La documentación contractual debe establecer de manera clara y precisa el alcance, términos, condiciones, exclusiones, limitantes, deducibles y los derechos y obligaciones de los contratantes, asegurados o beneficiarios.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5332" y="180899"/>
            <a:ext cx="7773338" cy="1596177"/>
          </a:xfrm>
        </p:spPr>
        <p:txBody>
          <a:bodyPr>
            <a:normAutofit/>
          </a:bodyPr>
          <a:lstStyle/>
          <a:p>
            <a:r>
              <a:rPr lang="es-MX" sz="2900" b="1" dirty="0">
                <a:solidFill>
                  <a:schemeClr val="tx1"/>
                </a:solidFill>
                <a:latin typeface="Agency FB" pitchFamily="34" charset="0"/>
              </a:rPr>
              <a:t>ANÁLISIS DE CONGRUENCIA</a:t>
            </a:r>
          </a:p>
        </p:txBody>
      </p:sp>
      <p:sp>
        <p:nvSpPr>
          <p:cNvPr id="4" name="3 Marcador de texto"/>
          <p:cNvSpPr>
            <a:spLocks noGrp="1"/>
          </p:cNvSpPr>
          <p:nvPr>
            <p:ph type="body" idx="1"/>
          </p:nvPr>
        </p:nvSpPr>
        <p:spPr>
          <a:xfrm>
            <a:off x="859746" y="1599425"/>
            <a:ext cx="3655106" cy="679994"/>
          </a:xfrm>
        </p:spPr>
        <p:txBody>
          <a:bodyPr/>
          <a:lstStyle/>
          <a:p>
            <a:r>
              <a:rPr lang="es-MX" sz="2000" dirty="0"/>
              <a:t>Congruencia técnica y legal.</a:t>
            </a:r>
          </a:p>
        </p:txBody>
      </p:sp>
      <p:sp>
        <p:nvSpPr>
          <p:cNvPr id="3" name="2 Marcador de contenido"/>
          <p:cNvSpPr>
            <a:spLocks noGrp="1"/>
          </p:cNvSpPr>
          <p:nvPr>
            <p:ph sz="quarter" idx="13"/>
          </p:nvPr>
        </p:nvSpPr>
        <p:spPr>
          <a:xfrm>
            <a:off x="500034" y="2202705"/>
            <a:ext cx="4191000" cy="3812875"/>
          </a:xfrm>
        </p:spPr>
        <p:txBody>
          <a:bodyPr>
            <a:noAutofit/>
          </a:bodyPr>
          <a:lstStyle/>
          <a:p>
            <a:pPr algn="just"/>
            <a:r>
              <a:rPr lang="es-MX" sz="1800" dirty="0">
                <a:latin typeface="Agency FB" pitchFamily="34" charset="0"/>
              </a:rPr>
              <a:t>La solicitud de registro del producto de que se trate, deberá acompañarse de un análisis de congruencia entre la nota técnica y la documentación contractual, el cual deberá ser suscrito  tanto por el actuario encargado de la elaboración de la nota técnica, como por un abogado de la institución. </a:t>
            </a:r>
          </a:p>
          <a:p>
            <a:endParaRPr lang="es-MX" sz="1800" dirty="0">
              <a:latin typeface="Agency FB" pitchFamily="34" charset="0"/>
            </a:endParaRPr>
          </a:p>
        </p:txBody>
      </p:sp>
      <p:sp>
        <p:nvSpPr>
          <p:cNvPr id="5" name="4 Marcador de texto"/>
          <p:cNvSpPr>
            <a:spLocks noGrp="1"/>
          </p:cNvSpPr>
          <p:nvPr>
            <p:ph type="body" sz="quarter" idx="3"/>
          </p:nvPr>
        </p:nvSpPr>
        <p:spPr>
          <a:xfrm>
            <a:off x="4797317" y="1426679"/>
            <a:ext cx="3661353" cy="679994"/>
          </a:xfrm>
        </p:spPr>
        <p:txBody>
          <a:bodyPr/>
          <a:lstStyle/>
          <a:p>
            <a:r>
              <a:rPr lang="es-MX" sz="2000" dirty="0"/>
              <a:t>Actuario y Abogado</a:t>
            </a:r>
          </a:p>
        </p:txBody>
      </p:sp>
      <p:sp>
        <p:nvSpPr>
          <p:cNvPr id="6" name="5 Marcador de contenido"/>
          <p:cNvSpPr>
            <a:spLocks noGrp="1"/>
          </p:cNvSpPr>
          <p:nvPr>
            <p:ph sz="quarter" idx="14"/>
          </p:nvPr>
        </p:nvSpPr>
        <p:spPr>
          <a:xfrm>
            <a:off x="4797317" y="2181753"/>
            <a:ext cx="4038600" cy="3574385"/>
          </a:xfrm>
        </p:spPr>
        <p:txBody>
          <a:bodyPr>
            <a:noAutofit/>
          </a:bodyPr>
          <a:lstStyle/>
          <a:p>
            <a:pPr algn="just"/>
            <a:r>
              <a:rPr lang="es-MX" sz="1800" dirty="0">
                <a:latin typeface="Agency FB" pitchFamily="34" charset="0"/>
              </a:rPr>
              <a:t>En dicho análisis, el actuario y el abogado de la institución deberán verificar que las obligaciones asumidas en las condiciones contractuales del producto se encuentren fielmente respaldadas mediante los métodos actuariales descritos en la nota técnica correspondiente. </a:t>
            </a:r>
          </a:p>
          <a:p>
            <a:endParaRPr lang="es-MX" sz="1800" dirty="0">
              <a:latin typeface="Agency FB" pitchFamily="34" charset="0"/>
            </a:endParaRPr>
          </a:p>
        </p:txBody>
      </p:sp>
      <p:sp>
        <p:nvSpPr>
          <p:cNvPr id="7" name="6 CuadroTexto"/>
          <p:cNvSpPr txBox="1"/>
          <p:nvPr/>
        </p:nvSpPr>
        <p:spPr>
          <a:xfrm>
            <a:off x="296228" y="6332947"/>
            <a:ext cx="8143932" cy="523220"/>
          </a:xfrm>
          <a:prstGeom prst="rect">
            <a:avLst/>
          </a:prstGeom>
          <a:noFill/>
        </p:spPr>
        <p:txBody>
          <a:bodyPr wrap="square" rtlCol="0">
            <a:spAutoFit/>
          </a:bodyPr>
          <a:lstStyle/>
          <a:p>
            <a:r>
              <a:rPr lang="es-MX" sz="1400" i="1" dirty="0">
                <a:latin typeface="Agency FB" pitchFamily="34" charset="0"/>
              </a:rPr>
              <a:t>Adicionalmente deberán detallar los aspectos contractuales más relevantes, que a juicio del  actuario y del abogado repercutan en el diseño técnico del plan, y viceversa</a:t>
            </a:r>
            <a:endParaRPr lang="es-MX" sz="1400" dirty="0">
              <a:latin typeface="Agency FB"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sz="2900" b="1" dirty="0">
                <a:solidFill>
                  <a:schemeClr val="tx1"/>
                </a:solidFill>
                <a:latin typeface="Agency FB" pitchFamily="34" charset="0"/>
              </a:rPr>
              <a:t>NOTAS TÉCNICAS</a:t>
            </a:r>
          </a:p>
        </p:txBody>
      </p:sp>
      <p:sp>
        <p:nvSpPr>
          <p:cNvPr id="3" name="2 Marcador de contenido"/>
          <p:cNvSpPr>
            <a:spLocks noGrp="1"/>
          </p:cNvSpPr>
          <p:nvPr>
            <p:ph sz="quarter" idx="13"/>
          </p:nvPr>
        </p:nvSpPr>
        <p:spPr/>
        <p:txBody>
          <a:bodyPr>
            <a:normAutofit fontScale="77500" lnSpcReduction="20000"/>
          </a:bodyPr>
          <a:lstStyle/>
          <a:p>
            <a:r>
              <a:rPr lang="es-MX" dirty="0">
                <a:latin typeface="Agency FB" pitchFamily="34" charset="0"/>
              </a:rPr>
              <a:t>La nota técnica del producto de seguros es uno de los documentos más importantes, ya que en ellos se detallan: </a:t>
            </a:r>
          </a:p>
          <a:p>
            <a:pPr lvl="1"/>
            <a:r>
              <a:rPr lang="es-MX" dirty="0">
                <a:latin typeface="Agency FB" pitchFamily="34" charset="0"/>
              </a:rPr>
              <a:t>Las características del plan: descripción de la cobertura básica y de las adicionales (en su caso) y la temporalidad del plan. </a:t>
            </a:r>
          </a:p>
          <a:p>
            <a:pPr lvl="1"/>
            <a:r>
              <a:rPr lang="es-MX" dirty="0">
                <a:latin typeface="Agency FB" pitchFamily="34" charset="0"/>
              </a:rPr>
              <a:t>Las hipótesis demográficas y financieras. </a:t>
            </a:r>
          </a:p>
          <a:p>
            <a:pPr lvl="1"/>
            <a:r>
              <a:rPr lang="es-MX" dirty="0">
                <a:latin typeface="Agency FB" pitchFamily="34" charset="0"/>
              </a:rPr>
              <a:t>Los procedimientos técnicos para la determinación de la prima de riesgo, de tarifa y extra primas, en su caso. </a:t>
            </a:r>
          </a:p>
          <a:p>
            <a:pPr lvl="1"/>
            <a:r>
              <a:rPr lang="es-MX" dirty="0">
                <a:latin typeface="Agency FB" pitchFamily="34" charset="0"/>
              </a:rPr>
              <a:t>Los procedimientos para el cálculo y constitución de las reservas técnicas correspondientes. </a:t>
            </a:r>
          </a:p>
          <a:p>
            <a:pPr lvl="1"/>
            <a:r>
              <a:rPr lang="es-MX" dirty="0">
                <a:latin typeface="Agency FB" pitchFamily="34" charset="0"/>
              </a:rPr>
              <a:t>Los gastos asociados al producto que se pretende comercializar, destacando los gastos de adquisición y los de administración.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C:\Users\Cindy\Downloads\seguro.jpg"/>
          <p:cNvPicPr>
            <a:picLocks noChangeAspect="1" noChangeArrowheads="1"/>
          </p:cNvPicPr>
          <p:nvPr/>
        </p:nvPicPr>
        <p:blipFill>
          <a:blip r:embed="rId2"/>
          <a:srcRect/>
          <a:stretch>
            <a:fillRect/>
          </a:stretch>
        </p:blipFill>
        <p:spPr bwMode="auto">
          <a:xfrm>
            <a:off x="5310218" y="1500174"/>
            <a:ext cx="3405186" cy="4500594"/>
          </a:xfrm>
          <a:prstGeom prst="rect">
            <a:avLst/>
          </a:prstGeom>
          <a:noFill/>
        </p:spPr>
      </p:pic>
      <p:sp>
        <p:nvSpPr>
          <p:cNvPr id="2" name="1 Título"/>
          <p:cNvSpPr>
            <a:spLocks noGrp="1"/>
          </p:cNvSpPr>
          <p:nvPr>
            <p:ph type="title"/>
          </p:nvPr>
        </p:nvSpPr>
        <p:spPr/>
        <p:txBody>
          <a:bodyPr>
            <a:normAutofit/>
          </a:bodyPr>
          <a:lstStyle/>
          <a:p>
            <a:r>
              <a:rPr lang="es-MX" sz="2900" b="1" dirty="0">
                <a:solidFill>
                  <a:schemeClr val="tx1"/>
                </a:solidFill>
                <a:latin typeface="Agency FB" pitchFamily="34" charset="0"/>
              </a:rPr>
              <a:t>CONTRATO DE NO ADHESIÓN</a:t>
            </a:r>
            <a:endParaRPr lang="es-MX" sz="2900" dirty="0">
              <a:solidFill>
                <a:schemeClr val="tx1"/>
              </a:solidFill>
              <a:latin typeface="Agency FB" pitchFamily="34" charset="0"/>
            </a:endParaRPr>
          </a:p>
        </p:txBody>
      </p:sp>
      <p:sp>
        <p:nvSpPr>
          <p:cNvPr id="3" name="2 Marcador de contenido"/>
          <p:cNvSpPr>
            <a:spLocks noGrp="1"/>
          </p:cNvSpPr>
          <p:nvPr>
            <p:ph sz="quarter" idx="13"/>
          </p:nvPr>
        </p:nvSpPr>
        <p:spPr>
          <a:xfrm>
            <a:off x="457200" y="1643050"/>
            <a:ext cx="4257676" cy="4513910"/>
          </a:xfrm>
        </p:spPr>
        <p:txBody>
          <a:bodyPr/>
          <a:lstStyle/>
          <a:p>
            <a:pPr algn="just"/>
            <a:r>
              <a:rPr lang="es-MX" dirty="0">
                <a:latin typeface="Agency FB" pitchFamily="34" charset="0"/>
              </a:rPr>
              <a:t>Es aquél contrato en que ambas partes fijan sus condiciones, es decir, son escritas bilateralmente por parte de la Aseguradora y Asegurado de acuerdo a las características del riesgo a proteger.</a:t>
            </a:r>
            <a:endParaRPr lang="es-MX" dirty="0"/>
          </a:p>
          <a:p>
            <a:pPr algn="just"/>
            <a:endParaRPr lang="es-MX" dirty="0"/>
          </a:p>
        </p:txBody>
      </p:sp>
      <p:sp>
        <p:nvSpPr>
          <p:cNvPr id="5" name="4 CuadroTexto"/>
          <p:cNvSpPr txBox="1"/>
          <p:nvPr/>
        </p:nvSpPr>
        <p:spPr>
          <a:xfrm>
            <a:off x="357159" y="5556609"/>
            <a:ext cx="7671226" cy="1384995"/>
          </a:xfrm>
          <a:prstGeom prst="rect">
            <a:avLst/>
          </a:prstGeom>
          <a:noFill/>
        </p:spPr>
        <p:txBody>
          <a:bodyPr wrap="square" rtlCol="0">
            <a:spAutoFit/>
          </a:bodyPr>
          <a:lstStyle/>
          <a:p>
            <a:r>
              <a:rPr lang="es-MX" sz="1200" i="1" dirty="0"/>
              <a:t>Notas:</a:t>
            </a:r>
          </a:p>
          <a:p>
            <a:r>
              <a:rPr lang="es-MX" sz="1200" i="1" dirty="0"/>
              <a:t>La nota técnica la firma un actuario con cédula profesional y certificación vigente.</a:t>
            </a:r>
            <a:endParaRPr lang="es-MX" sz="1200" dirty="0"/>
          </a:p>
          <a:p>
            <a:r>
              <a:rPr lang="es-MX" sz="1200" i="1" dirty="0"/>
              <a:t>La documentación contractual será firmada por el responsable de la elaboración del dictamen jurídico.</a:t>
            </a:r>
            <a:endParaRPr lang="es-MX" sz="1200" dirty="0"/>
          </a:p>
          <a:p>
            <a:r>
              <a:rPr lang="es-MX" sz="1200" i="1" dirty="0"/>
              <a:t>El análisis de congruencia entre la nota técnica y la documentación contractual, debería ser firmado tanto por un actuario como por un abogado.</a:t>
            </a:r>
            <a:endParaRPr lang="es-MX" sz="1200" dirty="0"/>
          </a:p>
          <a:p>
            <a:endParaRPr lang="es-MX"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C:\Users\Cindy\Downloads\1312490306_236046676_1-AGENTES-DE-SEGUROS-PROFESIONALES-San-Andres-Atenco.jpg"/>
          <p:cNvPicPr>
            <a:picLocks noChangeAspect="1" noChangeArrowheads="1"/>
          </p:cNvPicPr>
          <p:nvPr/>
        </p:nvPicPr>
        <p:blipFill>
          <a:blip r:embed="rId3"/>
          <a:srcRect/>
          <a:stretch>
            <a:fillRect/>
          </a:stretch>
        </p:blipFill>
        <p:spPr bwMode="auto">
          <a:xfrm>
            <a:off x="4657749" y="2000240"/>
            <a:ext cx="4329549" cy="2976565"/>
          </a:xfrm>
          <a:prstGeom prst="rect">
            <a:avLst/>
          </a:prstGeom>
          <a:noFill/>
        </p:spPr>
      </p:pic>
      <p:sp>
        <p:nvSpPr>
          <p:cNvPr id="2" name="1 Título"/>
          <p:cNvSpPr>
            <a:spLocks noGrp="1"/>
          </p:cNvSpPr>
          <p:nvPr>
            <p:ph type="title"/>
          </p:nvPr>
        </p:nvSpPr>
        <p:spPr/>
        <p:txBody>
          <a:bodyPr>
            <a:normAutofit/>
          </a:bodyPr>
          <a:lstStyle/>
          <a:p>
            <a:r>
              <a:rPr lang="es-MX" dirty="0"/>
              <a:t>Relevancia del Actuario en la Industria del Seguro y de la Fianza..</a:t>
            </a:r>
          </a:p>
        </p:txBody>
      </p:sp>
      <p:sp>
        <p:nvSpPr>
          <p:cNvPr id="3" name="2 Marcador de contenido"/>
          <p:cNvSpPr>
            <a:spLocks noGrp="1"/>
          </p:cNvSpPr>
          <p:nvPr>
            <p:ph sz="quarter" idx="13"/>
          </p:nvPr>
        </p:nvSpPr>
        <p:spPr>
          <a:xfrm>
            <a:off x="457201" y="2000240"/>
            <a:ext cx="4114800" cy="4585348"/>
          </a:xfrm>
        </p:spPr>
        <p:txBody>
          <a:bodyPr>
            <a:normAutofit fontScale="92500"/>
          </a:bodyPr>
          <a:lstStyle/>
          <a:p>
            <a:pPr algn="just"/>
            <a:r>
              <a:rPr lang="es-MX" dirty="0"/>
              <a:t>El actuario en el área de seguros analiza y modela las contingencias que pueden afectar a las personas y los bienes materiales, con el fin de reducir su efecto económico; aprovechando para tal objetivo las bases matemáticas, estadísticas, probabilísticas, financieras y legales.</a:t>
            </a:r>
          </a:p>
        </p:txBody>
      </p:sp>
    </p:spTree>
  </p:cSld>
  <p:clrMapOvr>
    <a:masterClrMapping/>
  </p:clrMapOvr>
</p:sld>
</file>

<file path=ppt/theme/theme1.xml><?xml version="1.0" encoding="utf-8"?>
<a:theme xmlns:a="http://schemas.openxmlformats.org/drawingml/2006/main" name="Gota">
  <a:themeElements>
    <a:clrScheme name="Gota">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Droplet_16x9</Template>
  <TotalTime>9108</TotalTime>
  <Words>2145</Words>
  <Application>Microsoft Office PowerPoint</Application>
  <PresentationFormat>Presentación en pantalla (4:3)</PresentationFormat>
  <Paragraphs>242</Paragraphs>
  <Slides>29</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29</vt:i4>
      </vt:variant>
    </vt:vector>
  </HeadingPairs>
  <TitlesOfParts>
    <vt:vector size="36" baseType="lpstr">
      <vt:lpstr>Agency FB</vt:lpstr>
      <vt:lpstr>Aharoni</vt:lpstr>
      <vt:lpstr>Arial</vt:lpstr>
      <vt:lpstr>Calibri</vt:lpstr>
      <vt:lpstr>Tw Cen MT</vt:lpstr>
      <vt:lpstr>Wingdings 3</vt:lpstr>
      <vt:lpstr>Gota</vt:lpstr>
      <vt:lpstr>Administración Actuarial Diseño y Desarrollo de Productos</vt:lpstr>
      <vt:lpstr>PRODUCTOS</vt:lpstr>
      <vt:lpstr> La Importancia de los Productos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Desarrollo de Productos</vt:lpstr>
      <vt:lpstr>DESARROLLO DE PRODUCTOS Fases de Implantación</vt:lpstr>
      <vt:lpstr>Especificaciones Generales del Producto.</vt:lpstr>
      <vt:lpstr>ESTUDIO DE FACTIBILIDAD Y SELECCIÓN</vt:lpstr>
      <vt:lpstr>ESTUDIO DE FACTIBILIDAD Y SELECCIÓN</vt:lpstr>
      <vt:lpstr>DISEÑO DETALLADO / DISEÑO DEL PROCESO </vt:lpstr>
      <vt:lpstr>DISEÑO DETALLADO / DISEÑO DEL PROCESO </vt:lpstr>
      <vt:lpstr>IMPLANTACION / Autorización - Técnica</vt:lpstr>
      <vt:lpstr>LEY GENERAL DE INSTITUCIONES Y SOCIEDADES MUTUALISTAS DE SEGUROS</vt:lpstr>
      <vt:lpstr>ANÁLISIS DE CONGRUENCIA</vt:lpstr>
      <vt:lpstr>NOTAS TÉCNICAS</vt:lpstr>
      <vt:lpstr>CONTRATO DE NO ADHESIÓN</vt:lpstr>
      <vt:lpstr>Relevancia del Actuario en la Industria del Seguro y de la Fianza..</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Cindy</dc:creator>
  <cp:lastModifiedBy>user</cp:lastModifiedBy>
  <cp:revision>223</cp:revision>
  <dcterms:created xsi:type="dcterms:W3CDTF">2013-02-04T17:50:30Z</dcterms:created>
  <dcterms:modified xsi:type="dcterms:W3CDTF">2026-09-08T04:50:18Z</dcterms:modified>
</cp:coreProperties>
</file>