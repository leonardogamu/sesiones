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1" r:id="rId7"/>
    <p:sldId id="260" r:id="rId8"/>
    <p:sldId id="262" r:id="rId9"/>
    <p:sldId id="27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3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310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967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660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3812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535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4426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6453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0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516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349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486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A418D-B0B9-411B-A3C7-5E8ADC787AE0}" type="datetimeFigureOut">
              <a:rPr lang="es-MX" smtClean="0"/>
              <a:t>11/09/2026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B276D-AED0-4BC4-8438-780E54E520E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1634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9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15.png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18.png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7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18.png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Redes Neuronales</a:t>
            </a:r>
            <a:br>
              <a:rPr lang="es-MX" dirty="0" smtClean="0"/>
            </a:br>
            <a:r>
              <a:rPr lang="es-MX" dirty="0" smtClean="0"/>
              <a:t>Convolucionales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8268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4">
            <a:extLst>
              <a:ext uri="{FF2B5EF4-FFF2-40B4-BE49-F238E27FC236}">
                <a16:creationId xmlns:a16="http://schemas.microsoft.com/office/drawing/2014/main" xmlns="" id="{2B0EDFB6-9371-5B84-F4C9-9A39C14941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541266"/>
              </p:ext>
            </p:extLst>
          </p:nvPr>
        </p:nvGraphicFramePr>
        <p:xfrm>
          <a:off x="1366794" y="1156420"/>
          <a:ext cx="9516637" cy="376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Imagen de mapa de bits" r:id="rId3" imgW="9077400" imgH="3591000" progId="Paint.Picture">
                  <p:embed/>
                </p:oleObj>
              </mc:Choice>
              <mc:Fallback>
                <p:oleObj name="Imagen de mapa de bits" r:id="rId3" imgW="9077400" imgH="35910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6794" y="1156420"/>
                        <a:ext cx="9516637" cy="3764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3582786" y="5087389"/>
            <a:ext cx="49659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Para las CNN ahora la arquitectura lleva mas pasos:</a:t>
            </a:r>
          </a:p>
          <a:p>
            <a:r>
              <a:rPr lang="es-MX" dirty="0" smtClean="0"/>
              <a:t>-capa </a:t>
            </a:r>
            <a:r>
              <a:rPr lang="es-MX" dirty="0" err="1" smtClean="0"/>
              <a:t>convlucional</a:t>
            </a:r>
            <a:endParaRPr lang="es-MX" dirty="0" smtClean="0"/>
          </a:p>
          <a:p>
            <a:r>
              <a:rPr lang="es-MX" dirty="0" smtClean="0"/>
              <a:t>-capa </a:t>
            </a:r>
            <a:r>
              <a:rPr lang="es-MX" dirty="0" err="1" smtClean="0"/>
              <a:t>pooling</a:t>
            </a:r>
            <a:r>
              <a:rPr lang="es-MX" dirty="0" smtClean="0"/>
              <a:t> (aplanando)</a:t>
            </a:r>
          </a:p>
          <a:p>
            <a:r>
              <a:rPr lang="es-MX" dirty="0" smtClean="0"/>
              <a:t>-capa de la red neuronal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8469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5E7F29FE-D0C4-7F05-544D-D68EECC204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290509"/>
              </p:ext>
            </p:extLst>
          </p:nvPr>
        </p:nvGraphicFramePr>
        <p:xfrm>
          <a:off x="2168382" y="920360"/>
          <a:ext cx="8155545" cy="2853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n de mapa de bits" r:id="rId3" imgW="7077240" imgH="2476440" progId="Paint.Picture">
                  <p:embed/>
                </p:oleObj>
              </mc:Choice>
              <mc:Fallback>
                <p:oleObj name="Imagen de mapa de bits" r:id="rId3" imgW="7077240" imgH="2476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8382" y="920360"/>
                        <a:ext cx="8155545" cy="2853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641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D7183DD9-8710-A94B-97DC-A764B456D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334" y="1061441"/>
          <a:ext cx="2951018" cy="302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Imagen de mapa de bits" r:id="rId3" imgW="2019240" imgH="2066760" progId="Paint.Picture">
                  <p:embed/>
                </p:oleObj>
              </mc:Choice>
              <mc:Fallback>
                <p:oleObj name="Imagen de mapa de bits" r:id="rId3" imgW="2019240" imgH="2066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2334" y="1061441"/>
                        <a:ext cx="2951018" cy="3020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C803A84A-960C-0410-A4D9-C672A2A55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287587"/>
              </p:ext>
            </p:extLst>
          </p:nvPr>
        </p:nvGraphicFramePr>
        <p:xfrm>
          <a:off x="5499188" y="327313"/>
          <a:ext cx="4448175" cy="238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Imagen de mapa de bits" r:id="rId5" imgW="4448160" imgH="2381400" progId="Paint.Picture">
                  <p:embed/>
                </p:oleObj>
              </mc:Choice>
              <mc:Fallback>
                <p:oleObj name="Imagen de mapa de bits" r:id="rId5" imgW="4448160" imgH="23814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99188" y="327313"/>
                        <a:ext cx="4448175" cy="238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xmlns="" id="{26B6A67E-0C0C-07B1-6274-50E7E0D5F4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98531"/>
              </p:ext>
            </p:extLst>
          </p:nvPr>
        </p:nvGraphicFramePr>
        <p:xfrm>
          <a:off x="5499188" y="2885826"/>
          <a:ext cx="4666885" cy="1829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Imagen de mapa de bits" r:id="rId7" imgW="5734080" imgH="2247840" progId="Paint.Picture">
                  <p:embed/>
                </p:oleObj>
              </mc:Choice>
              <mc:Fallback>
                <p:oleObj name="Imagen de mapa de bits" r:id="rId7" imgW="5734080" imgH="22478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99188" y="2885826"/>
                        <a:ext cx="4666885" cy="1829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xmlns="" id="{7A24A1FE-1427-4449-993F-B30D3717E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857984"/>
              </p:ext>
            </p:extLst>
          </p:nvPr>
        </p:nvGraphicFramePr>
        <p:xfrm>
          <a:off x="5499188" y="4991157"/>
          <a:ext cx="42481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Imagen de mapa de bits" r:id="rId9" imgW="4248000" imgH="419040" progId="Paint.Picture">
                  <p:embed/>
                </p:oleObj>
              </mc:Choice>
              <mc:Fallback>
                <p:oleObj name="Imagen de mapa de bits" r:id="rId9" imgW="4248000" imgH="419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99188" y="4991157"/>
                        <a:ext cx="424815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830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D7183DD9-8710-A94B-97DC-A764B456D6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334" y="1061441"/>
          <a:ext cx="2951018" cy="302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Imagen de mapa de bits" r:id="rId3" imgW="2019240" imgH="2066760" progId="Paint.Picture">
                  <p:embed/>
                </p:oleObj>
              </mc:Choice>
              <mc:Fallback>
                <p:oleObj name="Imagen de mapa de bits" r:id="rId3" imgW="2019240" imgH="2066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2334" y="1061441"/>
                        <a:ext cx="2951018" cy="3020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xmlns="" id="{D0B469B2-EAD9-DB05-03BF-8E08DDF7A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530410"/>
              </p:ext>
            </p:extLst>
          </p:nvPr>
        </p:nvGraphicFramePr>
        <p:xfrm>
          <a:off x="4399900" y="119375"/>
          <a:ext cx="5381625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Imagen de mapa de bits" r:id="rId5" imgW="5381640" imgH="2266920" progId="Paint.Picture">
                  <p:embed/>
                </p:oleObj>
              </mc:Choice>
              <mc:Fallback>
                <p:oleObj name="Imagen de mapa de bits" r:id="rId5" imgW="5381640" imgH="22669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99900" y="119375"/>
                        <a:ext cx="5381625" cy="226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xmlns="" id="{4669DB3E-0F63-EFED-C019-E39D30BF37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765117"/>
              </p:ext>
            </p:extLst>
          </p:nvPr>
        </p:nvGraphicFramePr>
        <p:xfrm>
          <a:off x="4399900" y="2386325"/>
          <a:ext cx="53435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Imagen de mapa de bits" r:id="rId7" imgW="5343480" imgH="2057400" progId="Paint.Picture">
                  <p:embed/>
                </p:oleObj>
              </mc:Choice>
              <mc:Fallback>
                <p:oleObj name="Imagen de mapa de bits" r:id="rId7" imgW="5343480" imgH="20574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99900" y="2386325"/>
                        <a:ext cx="5343525" cy="205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xmlns="" id="{719608EA-07A0-C314-BCCF-0D262DE86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929626"/>
              </p:ext>
            </p:extLst>
          </p:nvPr>
        </p:nvGraphicFramePr>
        <p:xfrm>
          <a:off x="4399900" y="4443725"/>
          <a:ext cx="5343525" cy="2240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Bitmap Image" r:id="rId9" imgW="5543640" imgH="2324160" progId="Paint.Picture">
                  <p:embed/>
                </p:oleObj>
              </mc:Choice>
              <mc:Fallback>
                <p:oleObj name="Bitmap Image" r:id="rId9" imgW="5543640" imgH="23241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9900" y="4443725"/>
                        <a:ext cx="5343525" cy="2240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Conector recto de flecha 11"/>
          <p:cNvCxnSpPr/>
          <p:nvPr/>
        </p:nvCxnSpPr>
        <p:spPr>
          <a:xfrm flipH="1">
            <a:off x="9781525" y="5428211"/>
            <a:ext cx="650948" cy="1356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/>
          <p:cNvSpPr txBox="1"/>
          <p:nvPr/>
        </p:nvSpPr>
        <p:spPr>
          <a:xfrm>
            <a:off x="10470573" y="5105045"/>
            <a:ext cx="1059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Feature</a:t>
            </a:r>
            <a:endParaRPr lang="es-MX" dirty="0" smtClean="0"/>
          </a:p>
          <a:p>
            <a:r>
              <a:rPr lang="es-MX" dirty="0" err="1" smtClean="0"/>
              <a:t>Map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5978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6FDC91BD-DA88-44D1-6AAD-A017987EC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958780"/>
              </p:ext>
            </p:extLst>
          </p:nvPr>
        </p:nvGraphicFramePr>
        <p:xfrm>
          <a:off x="2129362" y="1615378"/>
          <a:ext cx="7567579" cy="2865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Imagen de mapa de bits" r:id="rId3" imgW="6591240" imgH="2495520" progId="Paint.Picture">
                  <p:embed/>
                </p:oleObj>
              </mc:Choice>
              <mc:Fallback>
                <p:oleObj name="Imagen de mapa de bits" r:id="rId3" imgW="6591240" imgH="24955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9362" y="1615378"/>
                        <a:ext cx="7567579" cy="2865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1087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>
            <a:extLst>
              <a:ext uri="{FF2B5EF4-FFF2-40B4-BE49-F238E27FC236}">
                <a16:creationId xmlns:a16="http://schemas.microsoft.com/office/drawing/2014/main" xmlns="" id="{04F1640E-7114-0CC4-A92B-BDB44A45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635" y="1006822"/>
            <a:ext cx="8795470" cy="503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8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8BBE428E-F825-0F6B-7C8D-ECB8A0792E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121688"/>
              </p:ext>
            </p:extLst>
          </p:nvPr>
        </p:nvGraphicFramePr>
        <p:xfrm>
          <a:off x="2955175" y="806681"/>
          <a:ext cx="5463454" cy="2302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Imagen de mapa de bits" r:id="rId3" imgW="5877000" imgH="2476440" progId="Paint.Picture">
                  <p:embed/>
                </p:oleObj>
              </mc:Choice>
              <mc:Fallback>
                <p:oleObj name="Imagen de mapa de bits" r:id="rId3" imgW="5877000" imgH="2476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5175" y="806681"/>
                        <a:ext cx="5463454" cy="23022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8268D733-9CE0-1125-DFC9-B30CD6C01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0464954"/>
              </p:ext>
            </p:extLst>
          </p:nvPr>
        </p:nvGraphicFramePr>
        <p:xfrm>
          <a:off x="2955175" y="3108947"/>
          <a:ext cx="5425136" cy="3336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Imagen de mapa de bits" r:id="rId5" imgW="5715000" imgH="3514680" progId="Paint.Picture">
                  <p:embed/>
                </p:oleObj>
              </mc:Choice>
              <mc:Fallback>
                <p:oleObj name="Imagen de mapa de bits" r:id="rId5" imgW="5715000" imgH="35146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55175" y="3108947"/>
                        <a:ext cx="5425136" cy="3336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697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4">
            <a:extLst>
              <a:ext uri="{FF2B5EF4-FFF2-40B4-BE49-F238E27FC236}">
                <a16:creationId xmlns:a16="http://schemas.microsoft.com/office/drawing/2014/main" xmlns="" id="{2B0EDFB6-9371-5B84-F4C9-9A39C14941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928403"/>
              </p:ext>
            </p:extLst>
          </p:nvPr>
        </p:nvGraphicFramePr>
        <p:xfrm>
          <a:off x="1366794" y="1156420"/>
          <a:ext cx="9516637" cy="376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Imagen de mapa de bits" r:id="rId3" imgW="9077400" imgH="3591000" progId="Paint.Picture">
                  <p:embed/>
                </p:oleObj>
              </mc:Choice>
              <mc:Fallback>
                <p:oleObj name="Imagen de mapa de bits" r:id="rId3" imgW="9077400" imgH="35910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66794" y="1156420"/>
                        <a:ext cx="9516637" cy="3764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1366794" y="5486400"/>
            <a:ext cx="1006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Ahora veremos un ejemplo donde hacemos esta estructura y lo alimentamos con muchas imágenes </a:t>
            </a:r>
            <a:r>
              <a:rPr lang="es-MX" dirty="0" err="1" smtClean="0"/>
              <a:t>bonis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8888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Matematicamente</a:t>
            </a:r>
            <a:r>
              <a:rPr lang="es-MX" dirty="0" smtClean="0"/>
              <a:t> todo lo anterior:</a:t>
            </a:r>
            <a:endParaRPr lang="es-MX" dirty="0"/>
          </a:p>
        </p:txBody>
      </p:sp>
      <p:sp>
        <p:nvSpPr>
          <p:cNvPr id="4" name="AutoShape 4" descr="Imagen generada">
            <a:extLst>
              <a:ext uri="{FF2B5EF4-FFF2-40B4-BE49-F238E27FC236}">
                <a16:creationId xmlns:a16="http://schemas.microsoft.com/office/drawing/2014/main" xmlns="" id="{52DB687D-3D9D-8B8B-44B4-4C2F8E6DD3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65647" y="2125550"/>
            <a:ext cx="263320" cy="26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xmlns="" id="{C498DB79-9B28-1F69-E8B3-AC53930E7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9" y="1508760"/>
            <a:ext cx="2484675" cy="2492690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xmlns="" id="{3B3EC4EF-68C5-35CB-9B7A-FCCD00948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770" y="2033747"/>
            <a:ext cx="1715227" cy="1675152"/>
          </a:xfrm>
          <a:prstGeom prst="rect">
            <a:avLst/>
          </a:prstGeom>
        </p:spPr>
      </p:pic>
      <p:sp>
        <p:nvSpPr>
          <p:cNvPr id="7" name="Arrow: Right 12">
            <a:extLst>
              <a:ext uri="{FF2B5EF4-FFF2-40B4-BE49-F238E27FC236}">
                <a16:creationId xmlns:a16="http://schemas.microsoft.com/office/drawing/2014/main" xmlns="" id="{94FDBB4C-EBC2-2EDE-A4AD-70A73C3596DB}"/>
              </a:ext>
            </a:extLst>
          </p:cNvPr>
          <p:cNvSpPr/>
          <p:nvPr/>
        </p:nvSpPr>
        <p:spPr>
          <a:xfrm>
            <a:off x="4291599" y="2638886"/>
            <a:ext cx="341808" cy="232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14">
            <a:extLst>
              <a:ext uri="{FF2B5EF4-FFF2-40B4-BE49-F238E27FC236}">
                <a16:creationId xmlns:a16="http://schemas.microsoft.com/office/drawing/2014/main" xmlns="" id="{23643AE8-ED5D-6D4B-25F3-BE2495235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308" y="1885468"/>
            <a:ext cx="2027816" cy="1971710"/>
          </a:xfrm>
          <a:prstGeom prst="rect">
            <a:avLst/>
          </a:prstGeom>
        </p:spPr>
      </p:pic>
      <p:sp>
        <p:nvSpPr>
          <p:cNvPr id="9" name="Arrow: Right 15">
            <a:extLst>
              <a:ext uri="{FF2B5EF4-FFF2-40B4-BE49-F238E27FC236}">
                <a16:creationId xmlns:a16="http://schemas.microsoft.com/office/drawing/2014/main" xmlns="" id="{D80656B9-4459-C0E6-22DE-57761C91418F}"/>
              </a:ext>
            </a:extLst>
          </p:cNvPr>
          <p:cNvSpPr/>
          <p:nvPr/>
        </p:nvSpPr>
        <p:spPr>
          <a:xfrm>
            <a:off x="6799360" y="2638886"/>
            <a:ext cx="341808" cy="232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xmlns="" id="{9C63AE08-ED8F-CA31-D9BD-698D6BB1C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917" y="4342001"/>
            <a:ext cx="4491853" cy="2088256"/>
          </a:xfrm>
          <a:prstGeom prst="rect">
            <a:avLst/>
          </a:prstGeom>
        </p:spPr>
      </p:pic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xmlns="" id="{72DF10F8-A624-308D-C0B8-637C0DC6DB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036847"/>
              </p:ext>
            </p:extLst>
          </p:nvPr>
        </p:nvGraphicFramePr>
        <p:xfrm>
          <a:off x="5833668" y="5161187"/>
          <a:ext cx="1135226" cy="308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Imagen de mapa de bits" r:id="rId7" imgW="1542960" imgH="419040" progId="Paint.Picture">
                  <p:embed/>
                </p:oleObj>
              </mc:Choice>
              <mc:Fallback>
                <p:oleObj name="Imagen de mapa de bits" r:id="rId7" imgW="1542960" imgH="419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33668" y="5161187"/>
                        <a:ext cx="1135226" cy="308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rrow: Right 15">
            <a:extLst>
              <a:ext uri="{FF2B5EF4-FFF2-40B4-BE49-F238E27FC236}">
                <a16:creationId xmlns:a16="http://schemas.microsoft.com/office/drawing/2014/main" xmlns="" id="{D80656B9-4459-C0E6-22DE-57761C91418F}"/>
              </a:ext>
            </a:extLst>
          </p:cNvPr>
          <p:cNvSpPr/>
          <p:nvPr/>
        </p:nvSpPr>
        <p:spPr>
          <a:xfrm>
            <a:off x="5219563" y="5199136"/>
            <a:ext cx="341808" cy="232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5">
            <a:extLst>
              <a:ext uri="{FF2B5EF4-FFF2-40B4-BE49-F238E27FC236}">
                <a16:creationId xmlns:a16="http://schemas.microsoft.com/office/drawing/2014/main" xmlns="" id="{D80656B9-4459-C0E6-22DE-57761C91418F}"/>
              </a:ext>
            </a:extLst>
          </p:cNvPr>
          <p:cNvSpPr/>
          <p:nvPr/>
        </p:nvSpPr>
        <p:spPr>
          <a:xfrm>
            <a:off x="7541585" y="5199136"/>
            <a:ext cx="341808" cy="232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xmlns="" id="{3197EF18-D96B-F362-47FB-7A9FB0BDA6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6329" y="4864065"/>
            <a:ext cx="2810036" cy="1044128"/>
          </a:xfrm>
          <a:prstGeom prst="rect">
            <a:avLst/>
          </a:prstGeom>
        </p:spPr>
      </p:pic>
      <p:sp>
        <p:nvSpPr>
          <p:cNvPr id="15" name="Arrow: Right 15">
            <a:extLst>
              <a:ext uri="{FF2B5EF4-FFF2-40B4-BE49-F238E27FC236}">
                <a16:creationId xmlns:a16="http://schemas.microsoft.com/office/drawing/2014/main" xmlns="" id="{D80656B9-4459-C0E6-22DE-57761C91418F}"/>
              </a:ext>
            </a:extLst>
          </p:cNvPr>
          <p:cNvSpPr/>
          <p:nvPr/>
        </p:nvSpPr>
        <p:spPr>
          <a:xfrm rot="9721207">
            <a:off x="5868062" y="4225781"/>
            <a:ext cx="341808" cy="232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37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22C28CF7-601F-D055-C489-EB84CC1BBC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967790"/>
              </p:ext>
            </p:extLst>
          </p:nvPr>
        </p:nvGraphicFramePr>
        <p:xfrm>
          <a:off x="2857932" y="1101450"/>
          <a:ext cx="5838825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Imagen de mapa de bits" r:id="rId3" imgW="5838840" imgH="1695600" progId="Paint.Picture">
                  <p:embed/>
                </p:oleObj>
              </mc:Choice>
              <mc:Fallback>
                <p:oleObj name="Imagen de mapa de bits" r:id="rId3" imgW="5838840" imgH="16956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932" y="1101450"/>
                        <a:ext cx="5838825" cy="169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D9E02876-9FA3-FB54-C8AC-A5B3E534B6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669022"/>
              </p:ext>
            </p:extLst>
          </p:nvPr>
        </p:nvGraphicFramePr>
        <p:xfrm>
          <a:off x="2857932" y="3486996"/>
          <a:ext cx="581025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Imagen de mapa de bits" r:id="rId5" imgW="5810400" imgH="1838160" progId="Paint.Picture">
                  <p:embed/>
                </p:oleObj>
              </mc:Choice>
              <mc:Fallback>
                <p:oleObj name="Imagen de mapa de bits" r:id="rId5" imgW="5810400" imgH="18381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57932" y="3486996"/>
                        <a:ext cx="5810250" cy="183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4692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9860B4E5-373C-DD2F-E8F0-595910EC2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47426"/>
              </p:ext>
            </p:extLst>
          </p:nvPr>
        </p:nvGraphicFramePr>
        <p:xfrm>
          <a:off x="3123204" y="1247890"/>
          <a:ext cx="58197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Imagen de mapa de bits" r:id="rId3" imgW="5819760" imgH="1685880" progId="Paint.Picture">
                  <p:embed/>
                </p:oleObj>
              </mc:Choice>
              <mc:Fallback>
                <p:oleObj name="Imagen de mapa de bits" r:id="rId3" imgW="5819760" imgH="1685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3204" y="1247890"/>
                        <a:ext cx="5819775" cy="168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F92E10BB-C851-07B6-A9FA-C2F38567E6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6846058"/>
              </p:ext>
            </p:extLst>
          </p:nvPr>
        </p:nvGraphicFramePr>
        <p:xfrm>
          <a:off x="3151779" y="3654684"/>
          <a:ext cx="5791200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Imagen de mapa de bits" r:id="rId5" imgW="5791320" imgH="1638360" progId="Paint.Picture">
                  <p:embed/>
                </p:oleObj>
              </mc:Choice>
              <mc:Fallback>
                <p:oleObj name="Imagen de mapa de bits" r:id="rId5" imgW="5791320" imgH="1638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51779" y="3654684"/>
                        <a:ext cx="5791200" cy="163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3473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D647AA03-D9B9-D6E3-2F18-0518CA02E9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328682"/>
              </p:ext>
            </p:extLst>
          </p:nvPr>
        </p:nvGraphicFramePr>
        <p:xfrm>
          <a:off x="3495076" y="1310171"/>
          <a:ext cx="4772025" cy="353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Imagen de mapa de bits" r:id="rId3" imgW="4772160" imgH="3533760" progId="Paint.Picture">
                  <p:embed/>
                </p:oleObj>
              </mc:Choice>
              <mc:Fallback>
                <p:oleObj name="Imagen de mapa de bits" r:id="rId3" imgW="4772160" imgH="3533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5076" y="1310171"/>
                        <a:ext cx="4772025" cy="353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8519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xmlns="" id="{D673DDC1-BFFC-18AC-5A88-5C9A53B5E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999" y="1414145"/>
            <a:ext cx="5141590" cy="2390318"/>
          </a:xfrm>
          <a:prstGeom prst="rect">
            <a:avLst/>
          </a:prstGeom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0630E9B3-C5F8-695A-7469-56495F98C2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077570"/>
              </p:ext>
            </p:extLst>
          </p:nvPr>
        </p:nvGraphicFramePr>
        <p:xfrm>
          <a:off x="1679317" y="4070874"/>
          <a:ext cx="1540071" cy="134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Imagen de mapa de bits" r:id="rId4" imgW="1828800" imgH="1600200" progId="Paint.Picture">
                  <p:embed/>
                </p:oleObj>
              </mc:Choice>
              <mc:Fallback>
                <p:oleObj name="Imagen de mapa de bits" r:id="rId4" imgW="1828800" imgH="16002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79317" y="4070874"/>
                        <a:ext cx="1540071" cy="134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xmlns="" id="{6D264ED2-0379-E2CF-1FB1-777C23E50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501812"/>
              </p:ext>
            </p:extLst>
          </p:nvPr>
        </p:nvGraphicFramePr>
        <p:xfrm>
          <a:off x="3684431" y="4070874"/>
          <a:ext cx="2598869" cy="1355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Imagen de mapa de bits" r:id="rId6" imgW="3086280" imgH="1609560" progId="Paint.Picture">
                  <p:embed/>
                </p:oleObj>
              </mc:Choice>
              <mc:Fallback>
                <p:oleObj name="Imagen de mapa de bits" r:id="rId6" imgW="3086280" imgH="16095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84431" y="4070874"/>
                        <a:ext cx="2598869" cy="1355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xmlns="" id="{EF935196-39E6-27AA-24AE-6B597D367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961652"/>
              </p:ext>
            </p:extLst>
          </p:nvPr>
        </p:nvGraphicFramePr>
        <p:xfrm>
          <a:off x="6609352" y="4459902"/>
          <a:ext cx="1387668" cy="55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Imagen de mapa de bits" r:id="rId8" imgW="1647720" imgH="657360" progId="Paint.Picture">
                  <p:embed/>
                </p:oleObj>
              </mc:Choice>
              <mc:Fallback>
                <p:oleObj name="Imagen de mapa de bits" r:id="rId8" imgW="1647720" imgH="657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09352" y="4459902"/>
                        <a:ext cx="1387668" cy="553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xmlns="" id="{EFA6B951-FA62-913A-8850-56B87C5DDD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112439"/>
              </p:ext>
            </p:extLst>
          </p:nvPr>
        </p:nvGraphicFramePr>
        <p:xfrm>
          <a:off x="8239363" y="4467923"/>
          <a:ext cx="2253958" cy="545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Imagen de mapa de bits" r:id="rId10" imgW="2676600" imgH="647640" progId="Paint.Picture">
                  <p:embed/>
                </p:oleObj>
              </mc:Choice>
              <mc:Fallback>
                <p:oleObj name="Imagen de mapa de bits" r:id="rId10" imgW="2676600" imgH="6476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39363" y="4467923"/>
                        <a:ext cx="2253958" cy="545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3215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xmlns="" id="{C1E89CD1-962F-A697-788B-780789768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364" y="946611"/>
            <a:ext cx="4853853" cy="2256549"/>
          </a:xfrm>
          <a:prstGeom prst="rect">
            <a:avLst/>
          </a:prstGeom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D89853F5-4DA0-77E8-0E71-FAA530FBE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147690"/>
              </p:ext>
            </p:extLst>
          </p:nvPr>
        </p:nvGraphicFramePr>
        <p:xfrm>
          <a:off x="1051011" y="4002029"/>
          <a:ext cx="3680145" cy="53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Imagen de mapa de bits" r:id="rId4" imgW="4629240" imgH="666720" progId="Paint.Picture">
                  <p:embed/>
                </p:oleObj>
              </mc:Choice>
              <mc:Fallback>
                <p:oleObj name="Imagen de mapa de bits" r:id="rId4" imgW="4629240" imgH="6667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1011" y="4002029"/>
                        <a:ext cx="3680145" cy="530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xmlns="" id="{70E5A17E-F621-FC9F-B140-22887029FD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92569"/>
              </p:ext>
            </p:extLst>
          </p:nvPr>
        </p:nvGraphicFramePr>
        <p:xfrm>
          <a:off x="5157209" y="4002029"/>
          <a:ext cx="2165682" cy="575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Imagen de mapa de bits" r:id="rId6" imgW="2724120" imgH="723960" progId="Paint.Picture">
                  <p:embed/>
                </p:oleObj>
              </mc:Choice>
              <mc:Fallback>
                <p:oleObj name="Imagen de mapa de bits" r:id="rId6" imgW="2724120" imgH="7239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57209" y="4002029"/>
                        <a:ext cx="2165682" cy="575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xmlns="" id="{FFD8FEE5-F417-B532-F1DF-4E430B98C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614778"/>
              </p:ext>
            </p:extLst>
          </p:nvPr>
        </p:nvGraphicFramePr>
        <p:xfrm>
          <a:off x="7828682" y="4020960"/>
          <a:ext cx="1317583" cy="537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Imagen de mapa de bits" r:id="rId8" imgW="1657440" imgH="676440" progId="Paint.Picture">
                  <p:embed/>
                </p:oleObj>
              </mc:Choice>
              <mc:Fallback>
                <p:oleObj name="Imagen de mapa de bits" r:id="rId8" imgW="1657440" imgH="676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828682" y="4020960"/>
                        <a:ext cx="1317583" cy="537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2460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xmlns="" id="{B09B570D-8C76-6147-79BE-55E3881D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835" y="503238"/>
            <a:ext cx="6105525" cy="2838450"/>
          </a:xfrm>
          <a:prstGeom prst="rect">
            <a:avLst/>
          </a:prstGeom>
        </p:spPr>
      </p:pic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9D431294-BB74-7265-D4E0-2713F9DF8A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347994"/>
              </p:ext>
            </p:extLst>
          </p:nvPr>
        </p:nvGraphicFramePr>
        <p:xfrm>
          <a:off x="2293272" y="4132764"/>
          <a:ext cx="26003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Imagen de mapa de bits" r:id="rId4" imgW="2600280" imgH="676440" progId="Paint.Picture">
                  <p:embed/>
                </p:oleObj>
              </mc:Choice>
              <mc:Fallback>
                <p:oleObj name="Imagen de mapa de bits" r:id="rId4" imgW="2600280" imgH="676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93272" y="4132764"/>
                        <a:ext cx="2600325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xmlns="" id="{85A116AB-B2BE-D7A4-54AA-9309666205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671581"/>
              </p:ext>
            </p:extLst>
          </p:nvPr>
        </p:nvGraphicFramePr>
        <p:xfrm>
          <a:off x="5772955" y="4027988"/>
          <a:ext cx="16859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Imagen de mapa de bits" r:id="rId6" imgW="1685880" imgH="885960" progId="Paint.Picture">
                  <p:embed/>
                </p:oleObj>
              </mc:Choice>
              <mc:Fallback>
                <p:oleObj name="Imagen de mapa de bits" r:id="rId6" imgW="1685880" imgH="8859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72955" y="4027988"/>
                        <a:ext cx="1685925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419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 descr="Imagen generada">
            <a:extLst>
              <a:ext uri="{FF2B5EF4-FFF2-40B4-BE49-F238E27FC236}">
                <a16:creationId xmlns:a16="http://schemas.microsoft.com/office/drawing/2014/main" xmlns="" id="{AAB28318-9662-E175-610B-5941D3DB10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9100" y="2133170"/>
            <a:ext cx="263320" cy="26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EB7FA33-23B4-6348-FA6F-C4D258BA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37964"/>
            <a:ext cx="5709148" cy="1723233"/>
          </a:xfrm>
          <a:prstGeom prst="rect">
            <a:avLst/>
          </a:prstGeom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xmlns="" id="{9BE81398-9FA8-5701-CB01-4056C38B2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78" y="3239027"/>
            <a:ext cx="3723683" cy="966509"/>
          </a:xfrm>
          <a:prstGeom prst="rect">
            <a:avLst/>
          </a:prstGeom>
        </p:spPr>
      </p:pic>
      <p:sp>
        <p:nvSpPr>
          <p:cNvPr id="7" name="Arrow: Down 5">
            <a:extLst>
              <a:ext uri="{FF2B5EF4-FFF2-40B4-BE49-F238E27FC236}">
                <a16:creationId xmlns:a16="http://schemas.microsoft.com/office/drawing/2014/main" xmlns="" id="{37C3F206-F905-94F6-35B7-E495AB2BFF12}"/>
              </a:ext>
            </a:extLst>
          </p:cNvPr>
          <p:cNvSpPr/>
          <p:nvPr/>
        </p:nvSpPr>
        <p:spPr>
          <a:xfrm>
            <a:off x="4572000" y="2858547"/>
            <a:ext cx="167640" cy="3708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1130531" y="365760"/>
            <a:ext cx="227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Aprendizaje de la CNN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77984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</Words>
  <Application>Microsoft Office PowerPoint</Application>
  <PresentationFormat>Panorámica</PresentationFormat>
  <Paragraphs>10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Tema de Office</vt:lpstr>
      <vt:lpstr>Imagen de mapa de bits</vt:lpstr>
      <vt:lpstr>Paintbrush Picture</vt:lpstr>
      <vt:lpstr>Redes Neuronales Convolucionales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Matematicamente todo lo anterior: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Neuronales Convolucionales</dc:title>
  <dc:creator>user</dc:creator>
  <cp:lastModifiedBy>user</cp:lastModifiedBy>
  <cp:revision>4</cp:revision>
  <dcterms:created xsi:type="dcterms:W3CDTF">2026-09-11T21:51:51Z</dcterms:created>
  <dcterms:modified xsi:type="dcterms:W3CDTF">2026-09-11T22:06:37Z</dcterms:modified>
</cp:coreProperties>
</file>